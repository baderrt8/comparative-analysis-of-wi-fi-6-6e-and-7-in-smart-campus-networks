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handoutMasterIdLst>
    <p:handoutMasterId r:id="rId6"/>
  </p:handoutMasterIdLst>
  <p:sldIdLst>
    <p:sldId id="256" r:id="rId5"/>
  </p:sldIdLst>
  <p:sldSz cx="16202025" cy="25203150"/>
  <p:notesSz cx="6759575" cy="9867900"/>
  <p:defaultTextStyle>
    <a:defPPr>
      <a:defRPr lang="en-GB"/>
    </a:defPPr>
    <a:lvl1pPr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7500" kern="1200">
        <a:solidFill>
          <a:schemeClr val="tx1"/>
        </a:solidFill>
        <a:latin typeface="Times New Roman" panose="02020603050405020304" pitchFamily="18" charset="0"/>
        <a:ea typeface="+mn-ea"/>
        <a:cs typeface="+mn-cs"/>
      </a:defRPr>
    </a:lvl5pPr>
    <a:lvl6pPr marL="2286000" algn="l" defTabSz="914400" rtl="0" eaLnBrk="1" latinLnBrk="0" hangingPunct="1">
      <a:defRPr sz="7500" kern="1200">
        <a:solidFill>
          <a:schemeClr val="tx1"/>
        </a:solidFill>
        <a:latin typeface="Times New Roman" panose="02020603050405020304" pitchFamily="18" charset="0"/>
        <a:ea typeface="+mn-ea"/>
        <a:cs typeface="+mn-cs"/>
      </a:defRPr>
    </a:lvl6pPr>
    <a:lvl7pPr marL="2743200" algn="l" defTabSz="914400" rtl="0" eaLnBrk="1" latinLnBrk="0" hangingPunct="1">
      <a:defRPr sz="7500" kern="1200">
        <a:solidFill>
          <a:schemeClr val="tx1"/>
        </a:solidFill>
        <a:latin typeface="Times New Roman" panose="02020603050405020304" pitchFamily="18" charset="0"/>
        <a:ea typeface="+mn-ea"/>
        <a:cs typeface="+mn-cs"/>
      </a:defRPr>
    </a:lvl7pPr>
    <a:lvl8pPr marL="3200400" algn="l" defTabSz="914400" rtl="0" eaLnBrk="1" latinLnBrk="0" hangingPunct="1">
      <a:defRPr sz="7500" kern="1200">
        <a:solidFill>
          <a:schemeClr val="tx1"/>
        </a:solidFill>
        <a:latin typeface="Times New Roman" panose="02020603050405020304" pitchFamily="18" charset="0"/>
        <a:ea typeface="+mn-ea"/>
        <a:cs typeface="+mn-cs"/>
      </a:defRPr>
    </a:lvl8pPr>
    <a:lvl9pPr marL="3657600" algn="l" defTabSz="914400" rtl="0" eaLnBrk="1" latinLnBrk="0" hangingPunct="1">
      <a:defRPr sz="75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7939">
          <p15:clr>
            <a:srgbClr val="A4A3A4"/>
          </p15:clr>
        </p15:guide>
        <p15:guide id="2" pos="510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66"/>
    <a:srgbClr val="F8F7E4"/>
    <a:srgbClr val="FF66CC"/>
    <a:srgbClr val="FFFFFF"/>
    <a:srgbClr val="FFFFCC"/>
    <a:srgbClr val="FFFF99"/>
    <a:srgbClr val="FAF8E2"/>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54" autoAdjust="0"/>
    <p:restoredTop sz="99828" autoAdjust="0"/>
  </p:normalViewPr>
  <p:slideViewPr>
    <p:cSldViewPr>
      <p:cViewPr>
        <p:scale>
          <a:sx n="80" d="100"/>
          <a:sy n="80" d="100"/>
        </p:scale>
        <p:origin x="1416" y="-3780"/>
      </p:cViewPr>
      <p:guideLst>
        <p:guide orient="horz" pos="7939"/>
        <p:guide pos="510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handoutMaster" Target="handoutMasters/handout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D80D76B-D7FB-1964-73F7-39A2D70681B6}"/>
              </a:ext>
            </a:extLst>
          </p:cNvPr>
          <p:cNvSpPr>
            <a:spLocks noGrp="1" noChangeArrowheads="1"/>
          </p:cNvSpPr>
          <p:nvPr>
            <p:ph type="hdr" sz="quarter"/>
          </p:nvPr>
        </p:nvSpPr>
        <p:spPr bwMode="auto">
          <a:xfrm>
            <a:off x="0" y="0"/>
            <a:ext cx="2928938" cy="492125"/>
          </a:xfrm>
          <a:prstGeom prst="rect">
            <a:avLst/>
          </a:prstGeom>
          <a:noFill/>
          <a:ln w="9525">
            <a:noFill/>
            <a:miter lim="800000"/>
            <a:headEnd/>
            <a:tailEnd/>
          </a:ln>
          <a:effectLst/>
        </p:spPr>
        <p:txBody>
          <a:bodyPr vert="horz" wrap="square" lIns="90628" tIns="45315" rIns="90628" bIns="45315" numCol="1" anchor="t" anchorCtr="0" compatLnSpc="1">
            <a:prstTxWarp prst="textNoShape">
              <a:avLst/>
            </a:prstTxWarp>
          </a:bodyPr>
          <a:lstStyle>
            <a:lvl1pPr defTabSz="906463">
              <a:defRPr sz="1200"/>
            </a:lvl1pPr>
          </a:lstStyle>
          <a:p>
            <a:pPr>
              <a:defRPr/>
            </a:pPr>
            <a:endParaRPr lang="zh-CN" altLang="en-GB"/>
          </a:p>
        </p:txBody>
      </p:sp>
      <p:sp>
        <p:nvSpPr>
          <p:cNvPr id="4099" name="Rectangle 3">
            <a:extLst>
              <a:ext uri="{FF2B5EF4-FFF2-40B4-BE49-F238E27FC236}">
                <a16:creationId xmlns:a16="http://schemas.microsoft.com/office/drawing/2014/main" id="{327D6CD3-1D67-24CD-E224-132A6C149167}"/>
              </a:ext>
            </a:extLst>
          </p:cNvPr>
          <p:cNvSpPr>
            <a:spLocks noGrp="1" noChangeArrowheads="1"/>
          </p:cNvSpPr>
          <p:nvPr>
            <p:ph type="dt" sz="quarter" idx="1"/>
          </p:nvPr>
        </p:nvSpPr>
        <p:spPr bwMode="auto">
          <a:xfrm>
            <a:off x="3830638" y="0"/>
            <a:ext cx="2928937" cy="492125"/>
          </a:xfrm>
          <a:prstGeom prst="rect">
            <a:avLst/>
          </a:prstGeom>
          <a:noFill/>
          <a:ln w="9525">
            <a:noFill/>
            <a:miter lim="800000"/>
            <a:headEnd/>
            <a:tailEnd/>
          </a:ln>
          <a:effectLst/>
        </p:spPr>
        <p:txBody>
          <a:bodyPr vert="horz" wrap="square" lIns="90628" tIns="45315" rIns="90628" bIns="45315" numCol="1" anchor="t" anchorCtr="0" compatLnSpc="1">
            <a:prstTxWarp prst="textNoShape">
              <a:avLst/>
            </a:prstTxWarp>
          </a:bodyPr>
          <a:lstStyle>
            <a:lvl1pPr algn="r" defTabSz="906463">
              <a:defRPr sz="1200"/>
            </a:lvl1pPr>
          </a:lstStyle>
          <a:p>
            <a:pPr>
              <a:defRPr/>
            </a:pPr>
            <a:endParaRPr lang="en-GB" altLang="zh-CN"/>
          </a:p>
        </p:txBody>
      </p:sp>
      <p:sp>
        <p:nvSpPr>
          <p:cNvPr id="4100" name="Rectangle 4">
            <a:extLst>
              <a:ext uri="{FF2B5EF4-FFF2-40B4-BE49-F238E27FC236}">
                <a16:creationId xmlns:a16="http://schemas.microsoft.com/office/drawing/2014/main" id="{C9EF6598-4611-CCB6-5CFB-AD785EF9ED89}"/>
              </a:ext>
            </a:extLst>
          </p:cNvPr>
          <p:cNvSpPr>
            <a:spLocks noGrp="1" noChangeArrowheads="1"/>
          </p:cNvSpPr>
          <p:nvPr>
            <p:ph type="ftr" sz="quarter" idx="2"/>
          </p:nvPr>
        </p:nvSpPr>
        <p:spPr bwMode="auto">
          <a:xfrm>
            <a:off x="0" y="9375775"/>
            <a:ext cx="2928938" cy="492125"/>
          </a:xfrm>
          <a:prstGeom prst="rect">
            <a:avLst/>
          </a:prstGeom>
          <a:noFill/>
          <a:ln w="9525">
            <a:noFill/>
            <a:miter lim="800000"/>
            <a:headEnd/>
            <a:tailEnd/>
          </a:ln>
          <a:effectLst/>
        </p:spPr>
        <p:txBody>
          <a:bodyPr vert="horz" wrap="square" lIns="90628" tIns="45315" rIns="90628" bIns="45315" numCol="1" anchor="b" anchorCtr="0" compatLnSpc="1">
            <a:prstTxWarp prst="textNoShape">
              <a:avLst/>
            </a:prstTxWarp>
          </a:bodyPr>
          <a:lstStyle>
            <a:lvl1pPr defTabSz="906463">
              <a:defRPr sz="1200"/>
            </a:lvl1pPr>
          </a:lstStyle>
          <a:p>
            <a:pPr>
              <a:defRPr/>
            </a:pPr>
            <a:endParaRPr lang="en-GB" altLang="zh-CN"/>
          </a:p>
        </p:txBody>
      </p:sp>
      <p:sp>
        <p:nvSpPr>
          <p:cNvPr id="4101" name="Rectangle 5">
            <a:extLst>
              <a:ext uri="{FF2B5EF4-FFF2-40B4-BE49-F238E27FC236}">
                <a16:creationId xmlns:a16="http://schemas.microsoft.com/office/drawing/2014/main" id="{C6D305A5-1D84-0BD0-DDD4-FA224E3AC1F7}"/>
              </a:ext>
            </a:extLst>
          </p:cNvPr>
          <p:cNvSpPr>
            <a:spLocks noGrp="1" noChangeArrowheads="1"/>
          </p:cNvSpPr>
          <p:nvPr>
            <p:ph type="sldNum" sz="quarter" idx="3"/>
          </p:nvPr>
        </p:nvSpPr>
        <p:spPr bwMode="auto">
          <a:xfrm>
            <a:off x="3830638" y="9375775"/>
            <a:ext cx="2928937" cy="492125"/>
          </a:xfrm>
          <a:prstGeom prst="rect">
            <a:avLst/>
          </a:prstGeom>
          <a:noFill/>
          <a:ln w="9525">
            <a:noFill/>
            <a:miter lim="800000"/>
            <a:headEnd/>
            <a:tailEnd/>
          </a:ln>
          <a:effectLst/>
        </p:spPr>
        <p:txBody>
          <a:bodyPr vert="horz" wrap="square" lIns="90628" tIns="45315" rIns="90628" bIns="45315" numCol="1" anchor="b" anchorCtr="0" compatLnSpc="1">
            <a:prstTxWarp prst="textNoShape">
              <a:avLst/>
            </a:prstTxWarp>
          </a:bodyPr>
          <a:lstStyle>
            <a:lvl1pPr algn="r" defTabSz="906463">
              <a:defRPr sz="1200"/>
            </a:lvl1pPr>
          </a:lstStyle>
          <a:p>
            <a:pPr>
              <a:defRPr/>
            </a:pPr>
            <a:fld id="{59E10FAB-313E-409D-8AFA-7FDFBFE40EFB}" type="slidenum">
              <a:rPr lang="zh-CN" altLang="en-GB"/>
              <a:pPr>
                <a:defRPr/>
              </a:pPr>
              <a:t>‹#›</a:t>
            </a:fld>
            <a:endParaRPr lang="en-GB" altLang="zh-CN"/>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14438" y="7829550"/>
            <a:ext cx="13773150" cy="5402263"/>
          </a:xfrm>
        </p:spPr>
        <p:txBody>
          <a:bodyPr/>
          <a:lstStyle/>
          <a:p>
            <a:r>
              <a:rPr lang="zh-CN" altLang="en-US"/>
              <a:t>单击此处编辑母版标题样式</a:t>
            </a:r>
          </a:p>
        </p:txBody>
      </p:sp>
      <p:sp>
        <p:nvSpPr>
          <p:cNvPr id="3" name="副标题 2"/>
          <p:cNvSpPr>
            <a:spLocks noGrp="1"/>
          </p:cNvSpPr>
          <p:nvPr>
            <p:ph type="subTitle" idx="1"/>
          </p:nvPr>
        </p:nvSpPr>
        <p:spPr>
          <a:xfrm>
            <a:off x="2430463" y="14281150"/>
            <a:ext cx="11341100" cy="64420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E8567B3D-47F0-C16D-685B-E01E45AD9EB1}"/>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16354F33-F646-4447-2514-7E0C1260F733}"/>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75811089-309A-4B21-3DBA-AE785A6C527E}"/>
              </a:ext>
            </a:extLst>
          </p:cNvPr>
          <p:cNvSpPr>
            <a:spLocks noGrp="1" noChangeArrowheads="1"/>
          </p:cNvSpPr>
          <p:nvPr>
            <p:ph type="sldNum" sz="quarter" idx="12"/>
          </p:nvPr>
        </p:nvSpPr>
        <p:spPr>
          <a:ln/>
        </p:spPr>
        <p:txBody>
          <a:bodyPr/>
          <a:lstStyle>
            <a:lvl1pPr>
              <a:defRPr/>
            </a:lvl1pPr>
          </a:lstStyle>
          <a:p>
            <a:pPr>
              <a:defRPr/>
            </a:pPr>
            <a:fld id="{351B4BD1-FD30-441D-B71F-C992ADD63E0E}" type="slidenum">
              <a:rPr lang="zh-CN" altLang="en-GB"/>
              <a:pPr>
                <a:defRPr/>
              </a:pPr>
              <a:t>‹#›</a:t>
            </a:fld>
            <a:endParaRPr lang="en-GB" altLang="zh-CN"/>
          </a:p>
        </p:txBody>
      </p:sp>
    </p:spTree>
    <p:extLst>
      <p:ext uri="{BB962C8B-B14F-4D97-AF65-F5344CB8AC3E}">
        <p14:creationId xmlns:p14="http://schemas.microsoft.com/office/powerpoint/2010/main" val="3144866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00DFC63-899F-23DE-EA34-86D6C54C7C53}"/>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8942DB63-7B6F-4A79-4A4B-DB8FC6D2E437}"/>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F50E6F6B-129A-A659-CE93-11CE0928A1E3}"/>
              </a:ext>
            </a:extLst>
          </p:cNvPr>
          <p:cNvSpPr>
            <a:spLocks noGrp="1" noChangeArrowheads="1"/>
          </p:cNvSpPr>
          <p:nvPr>
            <p:ph type="sldNum" sz="quarter" idx="12"/>
          </p:nvPr>
        </p:nvSpPr>
        <p:spPr>
          <a:ln/>
        </p:spPr>
        <p:txBody>
          <a:bodyPr/>
          <a:lstStyle>
            <a:lvl1pPr>
              <a:defRPr/>
            </a:lvl1pPr>
          </a:lstStyle>
          <a:p>
            <a:pPr>
              <a:defRPr/>
            </a:pPr>
            <a:fld id="{FF7FC65B-264C-4FE1-ADCA-AEE5FCB8919B}" type="slidenum">
              <a:rPr lang="zh-CN" altLang="en-GB"/>
              <a:pPr>
                <a:defRPr/>
              </a:pPr>
              <a:t>‹#›</a:t>
            </a:fld>
            <a:endParaRPr lang="en-GB" altLang="zh-CN"/>
          </a:p>
        </p:txBody>
      </p:sp>
    </p:spTree>
    <p:extLst>
      <p:ext uri="{BB962C8B-B14F-4D97-AF65-F5344CB8AC3E}">
        <p14:creationId xmlns:p14="http://schemas.microsoft.com/office/powerpoint/2010/main" val="1077496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279525" y="16195675"/>
            <a:ext cx="13771563" cy="5005388"/>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1279525" y="10682288"/>
            <a:ext cx="13771563" cy="55133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02D4FED9-5D09-7E2F-0355-87A2DCDCF942}"/>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AFAB254E-ADBB-F326-1738-C8790812EF94}"/>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4A166A48-5D42-9FCC-5FD0-5B086AA8AC8F}"/>
              </a:ext>
            </a:extLst>
          </p:cNvPr>
          <p:cNvSpPr>
            <a:spLocks noGrp="1" noChangeArrowheads="1"/>
          </p:cNvSpPr>
          <p:nvPr>
            <p:ph type="sldNum" sz="quarter" idx="12"/>
          </p:nvPr>
        </p:nvSpPr>
        <p:spPr>
          <a:ln/>
        </p:spPr>
        <p:txBody>
          <a:bodyPr/>
          <a:lstStyle>
            <a:lvl1pPr>
              <a:defRPr/>
            </a:lvl1pPr>
          </a:lstStyle>
          <a:p>
            <a:pPr>
              <a:defRPr/>
            </a:pPr>
            <a:fld id="{9E543D13-9195-451E-9F6E-848823A44634}" type="slidenum">
              <a:rPr lang="zh-CN" altLang="en-GB"/>
              <a:pPr>
                <a:defRPr/>
              </a:pPr>
              <a:t>‹#›</a:t>
            </a:fld>
            <a:endParaRPr lang="en-GB" altLang="zh-CN"/>
          </a:p>
        </p:txBody>
      </p:sp>
    </p:spTree>
    <p:extLst>
      <p:ext uri="{BB962C8B-B14F-4D97-AF65-F5344CB8AC3E}">
        <p14:creationId xmlns:p14="http://schemas.microsoft.com/office/powerpoint/2010/main" val="2239113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214438" y="7278688"/>
            <a:ext cx="6810375" cy="151241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8177213" y="7278688"/>
            <a:ext cx="6810375" cy="151241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CFBAC60C-1D68-9BFB-06B8-55F8D6BF9AD6}"/>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6" name="Rectangle 5">
            <a:extLst>
              <a:ext uri="{FF2B5EF4-FFF2-40B4-BE49-F238E27FC236}">
                <a16:creationId xmlns:a16="http://schemas.microsoft.com/office/drawing/2014/main" id="{AFFF3C20-6327-E9E2-D995-F33676AE769D}"/>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7" name="Rectangle 6">
            <a:extLst>
              <a:ext uri="{FF2B5EF4-FFF2-40B4-BE49-F238E27FC236}">
                <a16:creationId xmlns:a16="http://schemas.microsoft.com/office/drawing/2014/main" id="{3D2DFCCC-776B-867C-743B-7DE480A0BA30}"/>
              </a:ext>
            </a:extLst>
          </p:cNvPr>
          <p:cNvSpPr>
            <a:spLocks noGrp="1" noChangeArrowheads="1"/>
          </p:cNvSpPr>
          <p:nvPr>
            <p:ph type="sldNum" sz="quarter" idx="12"/>
          </p:nvPr>
        </p:nvSpPr>
        <p:spPr>
          <a:ln/>
        </p:spPr>
        <p:txBody>
          <a:bodyPr/>
          <a:lstStyle>
            <a:lvl1pPr>
              <a:defRPr/>
            </a:lvl1pPr>
          </a:lstStyle>
          <a:p>
            <a:pPr>
              <a:defRPr/>
            </a:pPr>
            <a:fld id="{C9720B68-5368-44DD-91B4-ADA2A4E7D720}" type="slidenum">
              <a:rPr lang="zh-CN" altLang="en-GB"/>
              <a:pPr>
                <a:defRPr/>
              </a:pPr>
              <a:t>‹#›</a:t>
            </a:fld>
            <a:endParaRPr lang="en-GB" altLang="zh-CN"/>
          </a:p>
        </p:txBody>
      </p:sp>
    </p:spTree>
    <p:extLst>
      <p:ext uri="{BB962C8B-B14F-4D97-AF65-F5344CB8AC3E}">
        <p14:creationId xmlns:p14="http://schemas.microsoft.com/office/powerpoint/2010/main" val="1728031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09625" y="1009650"/>
            <a:ext cx="14582775" cy="4200525"/>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809625" y="5641975"/>
            <a:ext cx="7159625" cy="23510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09625" y="7993063"/>
            <a:ext cx="7159625" cy="145208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8231188" y="5641975"/>
            <a:ext cx="7161212" cy="23510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8231188" y="7993063"/>
            <a:ext cx="7161212" cy="145208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CD0A70C0-4FC7-11DD-70D8-15DB1F5B5084}"/>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8" name="Rectangle 5">
            <a:extLst>
              <a:ext uri="{FF2B5EF4-FFF2-40B4-BE49-F238E27FC236}">
                <a16:creationId xmlns:a16="http://schemas.microsoft.com/office/drawing/2014/main" id="{23C5C5AE-4314-3C27-08B7-0CFCD021CE18}"/>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9" name="Rectangle 6">
            <a:extLst>
              <a:ext uri="{FF2B5EF4-FFF2-40B4-BE49-F238E27FC236}">
                <a16:creationId xmlns:a16="http://schemas.microsoft.com/office/drawing/2014/main" id="{B44F6BE0-A39B-FA02-9B52-00E3734B5D2F}"/>
              </a:ext>
            </a:extLst>
          </p:cNvPr>
          <p:cNvSpPr>
            <a:spLocks noGrp="1" noChangeArrowheads="1"/>
          </p:cNvSpPr>
          <p:nvPr>
            <p:ph type="sldNum" sz="quarter" idx="12"/>
          </p:nvPr>
        </p:nvSpPr>
        <p:spPr>
          <a:ln/>
        </p:spPr>
        <p:txBody>
          <a:bodyPr/>
          <a:lstStyle>
            <a:lvl1pPr>
              <a:defRPr/>
            </a:lvl1pPr>
          </a:lstStyle>
          <a:p>
            <a:pPr>
              <a:defRPr/>
            </a:pPr>
            <a:fld id="{19E77ECC-9279-4DB0-848C-766053C6649E}" type="slidenum">
              <a:rPr lang="zh-CN" altLang="en-GB"/>
              <a:pPr>
                <a:defRPr/>
              </a:pPr>
              <a:t>‹#›</a:t>
            </a:fld>
            <a:endParaRPr lang="en-GB" altLang="zh-CN"/>
          </a:p>
        </p:txBody>
      </p:sp>
    </p:spTree>
    <p:extLst>
      <p:ext uri="{BB962C8B-B14F-4D97-AF65-F5344CB8AC3E}">
        <p14:creationId xmlns:p14="http://schemas.microsoft.com/office/powerpoint/2010/main" val="194289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0877B45B-523A-3001-9BF1-D8D499269505}"/>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4" name="Rectangle 5">
            <a:extLst>
              <a:ext uri="{FF2B5EF4-FFF2-40B4-BE49-F238E27FC236}">
                <a16:creationId xmlns:a16="http://schemas.microsoft.com/office/drawing/2014/main" id="{56E4C733-F3FA-BB14-1773-753F6C06C550}"/>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5" name="Rectangle 6">
            <a:extLst>
              <a:ext uri="{FF2B5EF4-FFF2-40B4-BE49-F238E27FC236}">
                <a16:creationId xmlns:a16="http://schemas.microsoft.com/office/drawing/2014/main" id="{83A6AFD4-3332-C1FE-97DD-C81743A35190}"/>
              </a:ext>
            </a:extLst>
          </p:cNvPr>
          <p:cNvSpPr>
            <a:spLocks noGrp="1" noChangeArrowheads="1"/>
          </p:cNvSpPr>
          <p:nvPr>
            <p:ph type="sldNum" sz="quarter" idx="12"/>
          </p:nvPr>
        </p:nvSpPr>
        <p:spPr>
          <a:ln/>
        </p:spPr>
        <p:txBody>
          <a:bodyPr/>
          <a:lstStyle>
            <a:lvl1pPr>
              <a:defRPr/>
            </a:lvl1pPr>
          </a:lstStyle>
          <a:p>
            <a:pPr>
              <a:defRPr/>
            </a:pPr>
            <a:fld id="{3B1B7763-6605-4E80-A86D-5B8326F6C619}" type="slidenum">
              <a:rPr lang="zh-CN" altLang="en-GB"/>
              <a:pPr>
                <a:defRPr/>
              </a:pPr>
              <a:t>‹#›</a:t>
            </a:fld>
            <a:endParaRPr lang="en-GB" altLang="zh-CN"/>
          </a:p>
        </p:txBody>
      </p:sp>
    </p:spTree>
    <p:extLst>
      <p:ext uri="{BB962C8B-B14F-4D97-AF65-F5344CB8AC3E}">
        <p14:creationId xmlns:p14="http://schemas.microsoft.com/office/powerpoint/2010/main" val="2530705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5EB7BAE-60E5-2CA5-E4D0-14A810473268}"/>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3" name="Rectangle 5">
            <a:extLst>
              <a:ext uri="{FF2B5EF4-FFF2-40B4-BE49-F238E27FC236}">
                <a16:creationId xmlns:a16="http://schemas.microsoft.com/office/drawing/2014/main" id="{D6404047-B77E-2412-3FE0-DC71B87074BC}"/>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4" name="Rectangle 6">
            <a:extLst>
              <a:ext uri="{FF2B5EF4-FFF2-40B4-BE49-F238E27FC236}">
                <a16:creationId xmlns:a16="http://schemas.microsoft.com/office/drawing/2014/main" id="{20D93C07-D4B6-4B04-0561-7F198BD6A3B7}"/>
              </a:ext>
            </a:extLst>
          </p:cNvPr>
          <p:cNvSpPr>
            <a:spLocks noGrp="1" noChangeArrowheads="1"/>
          </p:cNvSpPr>
          <p:nvPr>
            <p:ph type="sldNum" sz="quarter" idx="12"/>
          </p:nvPr>
        </p:nvSpPr>
        <p:spPr>
          <a:ln/>
        </p:spPr>
        <p:txBody>
          <a:bodyPr/>
          <a:lstStyle>
            <a:lvl1pPr>
              <a:defRPr/>
            </a:lvl1pPr>
          </a:lstStyle>
          <a:p>
            <a:pPr>
              <a:defRPr/>
            </a:pPr>
            <a:fld id="{CF52E182-65ED-413F-B8BB-C37BBE8FE7CF}" type="slidenum">
              <a:rPr lang="zh-CN" altLang="en-GB"/>
              <a:pPr>
                <a:defRPr/>
              </a:pPr>
              <a:t>‹#›</a:t>
            </a:fld>
            <a:endParaRPr lang="en-GB" altLang="zh-CN"/>
          </a:p>
        </p:txBody>
      </p:sp>
    </p:spTree>
    <p:extLst>
      <p:ext uri="{BB962C8B-B14F-4D97-AF65-F5344CB8AC3E}">
        <p14:creationId xmlns:p14="http://schemas.microsoft.com/office/powerpoint/2010/main" val="2471230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9625" y="1003300"/>
            <a:ext cx="5330825" cy="4270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6334125" y="1003300"/>
            <a:ext cx="9058275" cy="21510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09625" y="5273675"/>
            <a:ext cx="5330825" cy="17240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1C4EC1D-E91A-028C-716A-DADC1A69EF3F}"/>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6" name="Rectangle 5">
            <a:extLst>
              <a:ext uri="{FF2B5EF4-FFF2-40B4-BE49-F238E27FC236}">
                <a16:creationId xmlns:a16="http://schemas.microsoft.com/office/drawing/2014/main" id="{271C703D-7A0D-9500-D6B2-E34BE5B2C598}"/>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7" name="Rectangle 6">
            <a:extLst>
              <a:ext uri="{FF2B5EF4-FFF2-40B4-BE49-F238E27FC236}">
                <a16:creationId xmlns:a16="http://schemas.microsoft.com/office/drawing/2014/main" id="{3629374B-0655-AFB0-B0DC-7E855D1B8CF0}"/>
              </a:ext>
            </a:extLst>
          </p:cNvPr>
          <p:cNvSpPr>
            <a:spLocks noGrp="1" noChangeArrowheads="1"/>
          </p:cNvSpPr>
          <p:nvPr>
            <p:ph type="sldNum" sz="quarter" idx="12"/>
          </p:nvPr>
        </p:nvSpPr>
        <p:spPr>
          <a:ln/>
        </p:spPr>
        <p:txBody>
          <a:bodyPr/>
          <a:lstStyle>
            <a:lvl1pPr>
              <a:defRPr/>
            </a:lvl1pPr>
          </a:lstStyle>
          <a:p>
            <a:pPr>
              <a:defRPr/>
            </a:pPr>
            <a:fld id="{2D06E95A-4F8D-4C4B-A19B-AD002562158E}" type="slidenum">
              <a:rPr lang="zh-CN" altLang="en-GB"/>
              <a:pPr>
                <a:defRPr/>
              </a:pPr>
              <a:t>‹#›</a:t>
            </a:fld>
            <a:endParaRPr lang="en-GB" altLang="zh-CN"/>
          </a:p>
        </p:txBody>
      </p:sp>
    </p:spTree>
    <p:extLst>
      <p:ext uri="{BB962C8B-B14F-4D97-AF65-F5344CB8AC3E}">
        <p14:creationId xmlns:p14="http://schemas.microsoft.com/office/powerpoint/2010/main" val="2500166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175000" y="17641888"/>
            <a:ext cx="9721850" cy="2082800"/>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3175000" y="2252663"/>
            <a:ext cx="9721850" cy="151209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3175000" y="19724688"/>
            <a:ext cx="9721850" cy="29575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01AE9EF-7709-EF7F-2B20-39498E8FDE51}"/>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6" name="Rectangle 5">
            <a:extLst>
              <a:ext uri="{FF2B5EF4-FFF2-40B4-BE49-F238E27FC236}">
                <a16:creationId xmlns:a16="http://schemas.microsoft.com/office/drawing/2014/main" id="{72A04E4C-A52F-C72E-43C8-C8FC893D12E9}"/>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7" name="Rectangle 6">
            <a:extLst>
              <a:ext uri="{FF2B5EF4-FFF2-40B4-BE49-F238E27FC236}">
                <a16:creationId xmlns:a16="http://schemas.microsoft.com/office/drawing/2014/main" id="{ECF8F929-0A16-B244-FE5F-86E15AAB6B02}"/>
              </a:ext>
            </a:extLst>
          </p:cNvPr>
          <p:cNvSpPr>
            <a:spLocks noGrp="1" noChangeArrowheads="1"/>
          </p:cNvSpPr>
          <p:nvPr>
            <p:ph type="sldNum" sz="quarter" idx="12"/>
          </p:nvPr>
        </p:nvSpPr>
        <p:spPr>
          <a:ln/>
        </p:spPr>
        <p:txBody>
          <a:bodyPr/>
          <a:lstStyle>
            <a:lvl1pPr>
              <a:defRPr/>
            </a:lvl1pPr>
          </a:lstStyle>
          <a:p>
            <a:pPr>
              <a:defRPr/>
            </a:pPr>
            <a:fld id="{FE359AD7-EE81-48EA-B914-0DE556C197FA}" type="slidenum">
              <a:rPr lang="zh-CN" altLang="en-GB"/>
              <a:pPr>
                <a:defRPr/>
              </a:pPr>
              <a:t>‹#›</a:t>
            </a:fld>
            <a:endParaRPr lang="en-GB" altLang="zh-CN"/>
          </a:p>
        </p:txBody>
      </p:sp>
    </p:spTree>
    <p:extLst>
      <p:ext uri="{BB962C8B-B14F-4D97-AF65-F5344CB8AC3E}">
        <p14:creationId xmlns:p14="http://schemas.microsoft.com/office/powerpoint/2010/main" val="14280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285ED13-5BAC-62C2-DCA7-EF671CD75D4F}"/>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589AB2B2-9A4D-13D1-8B60-0AF43D31E18C}"/>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558333DA-F827-F8D8-57A7-5A2C16538C69}"/>
              </a:ext>
            </a:extLst>
          </p:cNvPr>
          <p:cNvSpPr>
            <a:spLocks noGrp="1" noChangeArrowheads="1"/>
          </p:cNvSpPr>
          <p:nvPr>
            <p:ph type="sldNum" sz="quarter" idx="12"/>
          </p:nvPr>
        </p:nvSpPr>
        <p:spPr>
          <a:ln/>
        </p:spPr>
        <p:txBody>
          <a:bodyPr/>
          <a:lstStyle>
            <a:lvl1pPr>
              <a:defRPr/>
            </a:lvl1pPr>
          </a:lstStyle>
          <a:p>
            <a:pPr>
              <a:defRPr/>
            </a:pPr>
            <a:fld id="{21CACF43-77E2-4BEC-A3B2-B270D2635666}" type="slidenum">
              <a:rPr lang="zh-CN" altLang="en-GB"/>
              <a:pPr>
                <a:defRPr/>
              </a:pPr>
              <a:t>‹#›</a:t>
            </a:fld>
            <a:endParaRPr lang="en-GB" altLang="zh-CN"/>
          </a:p>
        </p:txBody>
      </p:sp>
    </p:spTree>
    <p:extLst>
      <p:ext uri="{BB962C8B-B14F-4D97-AF65-F5344CB8AC3E}">
        <p14:creationId xmlns:p14="http://schemas.microsoft.com/office/powerpoint/2010/main" val="1412543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544300" y="2239963"/>
            <a:ext cx="3443288" cy="201628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214438" y="2239963"/>
            <a:ext cx="10177462" cy="201628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96A5D6F-83B4-560A-1B71-AD636183D932}"/>
              </a:ext>
            </a:extLst>
          </p:cNvPr>
          <p:cNvSpPr>
            <a:spLocks noGrp="1" noChangeArrowheads="1"/>
          </p:cNvSpPr>
          <p:nvPr>
            <p:ph type="dt" sz="half" idx="10"/>
          </p:nvPr>
        </p:nvSpPr>
        <p:spPr>
          <a:ln/>
        </p:spPr>
        <p:txBody>
          <a:bodyPr/>
          <a:lstStyle>
            <a:lvl1pPr>
              <a:defRPr/>
            </a:lvl1pPr>
          </a:lstStyle>
          <a:p>
            <a:pPr>
              <a:defRPr/>
            </a:pPr>
            <a:endParaRPr lang="en-GB" altLang="zh-CN"/>
          </a:p>
        </p:txBody>
      </p:sp>
      <p:sp>
        <p:nvSpPr>
          <p:cNvPr id="5" name="Rectangle 5">
            <a:extLst>
              <a:ext uri="{FF2B5EF4-FFF2-40B4-BE49-F238E27FC236}">
                <a16:creationId xmlns:a16="http://schemas.microsoft.com/office/drawing/2014/main" id="{BE2F59BA-BE15-4198-0916-B134F94ADB66}"/>
              </a:ext>
            </a:extLst>
          </p:cNvPr>
          <p:cNvSpPr>
            <a:spLocks noGrp="1" noChangeArrowheads="1"/>
          </p:cNvSpPr>
          <p:nvPr>
            <p:ph type="ftr" sz="quarter" idx="11"/>
          </p:nvPr>
        </p:nvSpPr>
        <p:spPr>
          <a:ln/>
        </p:spPr>
        <p:txBody>
          <a:bodyPr/>
          <a:lstStyle>
            <a:lvl1pPr>
              <a:defRPr/>
            </a:lvl1pPr>
          </a:lstStyle>
          <a:p>
            <a:pPr>
              <a:defRPr/>
            </a:pPr>
            <a:endParaRPr lang="en-GB" altLang="zh-CN"/>
          </a:p>
        </p:txBody>
      </p:sp>
      <p:sp>
        <p:nvSpPr>
          <p:cNvPr id="6" name="Rectangle 6">
            <a:extLst>
              <a:ext uri="{FF2B5EF4-FFF2-40B4-BE49-F238E27FC236}">
                <a16:creationId xmlns:a16="http://schemas.microsoft.com/office/drawing/2014/main" id="{8AFF5D99-9C29-D110-991F-43633884501D}"/>
              </a:ext>
            </a:extLst>
          </p:cNvPr>
          <p:cNvSpPr>
            <a:spLocks noGrp="1" noChangeArrowheads="1"/>
          </p:cNvSpPr>
          <p:nvPr>
            <p:ph type="sldNum" sz="quarter" idx="12"/>
          </p:nvPr>
        </p:nvSpPr>
        <p:spPr>
          <a:ln/>
        </p:spPr>
        <p:txBody>
          <a:bodyPr/>
          <a:lstStyle>
            <a:lvl1pPr>
              <a:defRPr/>
            </a:lvl1pPr>
          </a:lstStyle>
          <a:p>
            <a:pPr>
              <a:defRPr/>
            </a:pPr>
            <a:fld id="{36455D94-15BA-436D-9B53-E6CA4BF05BE7}" type="slidenum">
              <a:rPr lang="zh-CN" altLang="en-GB"/>
              <a:pPr>
                <a:defRPr/>
              </a:pPr>
              <a:t>‹#›</a:t>
            </a:fld>
            <a:endParaRPr lang="en-GB" altLang="zh-CN"/>
          </a:p>
        </p:txBody>
      </p:sp>
    </p:spTree>
    <p:extLst>
      <p:ext uri="{BB962C8B-B14F-4D97-AF65-F5344CB8AC3E}">
        <p14:creationId xmlns:p14="http://schemas.microsoft.com/office/powerpoint/2010/main" val="3086187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CEB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62796B1-A780-9054-B308-CBD8221C1E13}"/>
              </a:ext>
            </a:extLst>
          </p:cNvPr>
          <p:cNvSpPr>
            <a:spLocks noGrp="1" noChangeArrowheads="1"/>
          </p:cNvSpPr>
          <p:nvPr>
            <p:ph type="title"/>
          </p:nvPr>
        </p:nvSpPr>
        <p:spPr bwMode="auto">
          <a:xfrm>
            <a:off x="1214438" y="2239963"/>
            <a:ext cx="13773150" cy="420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22354" tIns="111176" rIns="222354" bIns="111176" numCol="1" anchor="ctr" anchorCtr="0" compatLnSpc="1">
            <a:prstTxWarp prst="textNoShape">
              <a:avLst/>
            </a:prstTxWarp>
          </a:bodyPr>
          <a:lstStyle/>
          <a:p>
            <a:pPr lvl="0"/>
            <a:r>
              <a:rPr lang="en-GB" altLang="zh-CN"/>
              <a:t>Click to edit Master title style</a:t>
            </a:r>
          </a:p>
        </p:txBody>
      </p:sp>
      <p:sp>
        <p:nvSpPr>
          <p:cNvPr id="1027" name="Rectangle 3">
            <a:extLst>
              <a:ext uri="{FF2B5EF4-FFF2-40B4-BE49-F238E27FC236}">
                <a16:creationId xmlns:a16="http://schemas.microsoft.com/office/drawing/2014/main" id="{9682F6B9-D882-4A20-3593-02703399D697}"/>
              </a:ext>
            </a:extLst>
          </p:cNvPr>
          <p:cNvSpPr>
            <a:spLocks noGrp="1" noChangeArrowheads="1"/>
          </p:cNvSpPr>
          <p:nvPr>
            <p:ph type="body" idx="1"/>
          </p:nvPr>
        </p:nvSpPr>
        <p:spPr bwMode="auto">
          <a:xfrm>
            <a:off x="1214438" y="7278688"/>
            <a:ext cx="13773150" cy="1512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22354" tIns="111176" rIns="222354" bIns="111176" numCol="1" anchor="t" anchorCtr="0" compatLnSpc="1">
            <a:prstTxWarp prst="textNoShape">
              <a:avLst/>
            </a:prstTxWarp>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p>
        </p:txBody>
      </p:sp>
      <p:sp>
        <p:nvSpPr>
          <p:cNvPr id="1028" name="Rectangle 4">
            <a:extLst>
              <a:ext uri="{FF2B5EF4-FFF2-40B4-BE49-F238E27FC236}">
                <a16:creationId xmlns:a16="http://schemas.microsoft.com/office/drawing/2014/main" id="{A83A7012-2044-4281-3F0B-B848672C3198}"/>
              </a:ext>
            </a:extLst>
          </p:cNvPr>
          <p:cNvSpPr>
            <a:spLocks noGrp="1" noChangeArrowheads="1"/>
          </p:cNvSpPr>
          <p:nvPr>
            <p:ph type="dt" sz="half" idx="2"/>
          </p:nvPr>
        </p:nvSpPr>
        <p:spPr bwMode="auto">
          <a:xfrm>
            <a:off x="1214438" y="22963188"/>
            <a:ext cx="3376612" cy="1679575"/>
          </a:xfrm>
          <a:prstGeom prst="rect">
            <a:avLst/>
          </a:prstGeom>
          <a:noFill/>
          <a:ln w="9525">
            <a:noFill/>
            <a:miter lim="800000"/>
            <a:headEnd/>
            <a:tailEnd/>
          </a:ln>
          <a:effectLst/>
        </p:spPr>
        <p:txBody>
          <a:bodyPr vert="horz" wrap="square" lIns="222354" tIns="111176" rIns="222354" bIns="111176" numCol="1" anchor="t" anchorCtr="0" compatLnSpc="1">
            <a:prstTxWarp prst="textNoShape">
              <a:avLst/>
            </a:prstTxWarp>
          </a:bodyPr>
          <a:lstStyle>
            <a:lvl1pPr>
              <a:defRPr sz="3400">
                <a:ea typeface="宋体" pitchFamily="2" charset="-122"/>
              </a:defRPr>
            </a:lvl1pPr>
          </a:lstStyle>
          <a:p>
            <a:pPr>
              <a:defRPr/>
            </a:pPr>
            <a:endParaRPr lang="en-GB" altLang="zh-CN"/>
          </a:p>
        </p:txBody>
      </p:sp>
      <p:sp>
        <p:nvSpPr>
          <p:cNvPr id="1029" name="Rectangle 5">
            <a:extLst>
              <a:ext uri="{FF2B5EF4-FFF2-40B4-BE49-F238E27FC236}">
                <a16:creationId xmlns:a16="http://schemas.microsoft.com/office/drawing/2014/main" id="{17C48AA5-23F7-9F8E-22F9-C11C83F2F408}"/>
              </a:ext>
            </a:extLst>
          </p:cNvPr>
          <p:cNvSpPr>
            <a:spLocks noGrp="1" noChangeArrowheads="1"/>
          </p:cNvSpPr>
          <p:nvPr>
            <p:ph type="ftr" sz="quarter" idx="3"/>
          </p:nvPr>
        </p:nvSpPr>
        <p:spPr bwMode="auto">
          <a:xfrm>
            <a:off x="5535613" y="22963188"/>
            <a:ext cx="5130800" cy="1679575"/>
          </a:xfrm>
          <a:prstGeom prst="rect">
            <a:avLst/>
          </a:prstGeom>
          <a:noFill/>
          <a:ln w="9525">
            <a:noFill/>
            <a:miter lim="800000"/>
            <a:headEnd/>
            <a:tailEnd/>
          </a:ln>
          <a:effectLst/>
        </p:spPr>
        <p:txBody>
          <a:bodyPr vert="horz" wrap="square" lIns="222354" tIns="111176" rIns="222354" bIns="111176" numCol="1" anchor="t" anchorCtr="0" compatLnSpc="1">
            <a:prstTxWarp prst="textNoShape">
              <a:avLst/>
            </a:prstTxWarp>
          </a:bodyPr>
          <a:lstStyle>
            <a:lvl1pPr algn="ctr">
              <a:defRPr sz="3400">
                <a:ea typeface="宋体" pitchFamily="2" charset="-122"/>
              </a:defRPr>
            </a:lvl1pPr>
          </a:lstStyle>
          <a:p>
            <a:pPr>
              <a:defRPr/>
            </a:pPr>
            <a:endParaRPr lang="en-GB" altLang="zh-CN"/>
          </a:p>
        </p:txBody>
      </p:sp>
      <p:sp>
        <p:nvSpPr>
          <p:cNvPr id="1030" name="Rectangle 6">
            <a:extLst>
              <a:ext uri="{FF2B5EF4-FFF2-40B4-BE49-F238E27FC236}">
                <a16:creationId xmlns:a16="http://schemas.microsoft.com/office/drawing/2014/main" id="{67092D0E-16A1-1841-68FF-59CA7250C530}"/>
              </a:ext>
            </a:extLst>
          </p:cNvPr>
          <p:cNvSpPr>
            <a:spLocks noGrp="1" noChangeArrowheads="1"/>
          </p:cNvSpPr>
          <p:nvPr>
            <p:ph type="sldNum" sz="quarter" idx="4"/>
          </p:nvPr>
        </p:nvSpPr>
        <p:spPr bwMode="auto">
          <a:xfrm>
            <a:off x="11610975" y="22963188"/>
            <a:ext cx="3376613" cy="1679575"/>
          </a:xfrm>
          <a:prstGeom prst="rect">
            <a:avLst/>
          </a:prstGeom>
          <a:noFill/>
          <a:ln w="9525">
            <a:noFill/>
            <a:miter lim="800000"/>
            <a:headEnd/>
            <a:tailEnd/>
          </a:ln>
          <a:effectLst/>
        </p:spPr>
        <p:txBody>
          <a:bodyPr vert="horz" wrap="square" lIns="222354" tIns="111176" rIns="222354" bIns="111176" numCol="1" anchor="t" anchorCtr="0" compatLnSpc="1">
            <a:prstTxWarp prst="textNoShape">
              <a:avLst/>
            </a:prstTxWarp>
          </a:bodyPr>
          <a:lstStyle>
            <a:lvl1pPr algn="r">
              <a:defRPr sz="3400">
                <a:ea typeface="宋体" panose="02010600030101010101" pitchFamily="2" charset="-122"/>
              </a:defRPr>
            </a:lvl1pPr>
          </a:lstStyle>
          <a:p>
            <a:pPr>
              <a:defRPr/>
            </a:pPr>
            <a:fld id="{C458CB21-B002-493F-A046-29420A852E36}" type="slidenum">
              <a:rPr lang="zh-CN" altLang="en-GB"/>
              <a:pPr>
                <a:defRPr/>
              </a:pPr>
              <a:t>‹#›</a:t>
            </a:fld>
            <a:endParaRPr lang="en-GB"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224088" rtl="0" eaLnBrk="0" fontAlgn="base" hangingPunct="0">
        <a:spcBef>
          <a:spcPct val="0"/>
        </a:spcBef>
        <a:spcAft>
          <a:spcPct val="0"/>
        </a:spcAft>
        <a:defRPr sz="10700">
          <a:solidFill>
            <a:schemeClr val="tx2"/>
          </a:solidFill>
          <a:latin typeface="+mj-lt"/>
          <a:ea typeface="+mj-ea"/>
          <a:cs typeface="+mj-cs"/>
        </a:defRPr>
      </a:lvl1pPr>
      <a:lvl2pPr algn="ctr" defTabSz="2224088" rtl="0" eaLnBrk="0" fontAlgn="base" hangingPunct="0">
        <a:spcBef>
          <a:spcPct val="0"/>
        </a:spcBef>
        <a:spcAft>
          <a:spcPct val="0"/>
        </a:spcAft>
        <a:defRPr sz="10700">
          <a:solidFill>
            <a:schemeClr val="tx2"/>
          </a:solidFill>
          <a:latin typeface="Times New Roman" pitchFamily="18" charset="0"/>
        </a:defRPr>
      </a:lvl2pPr>
      <a:lvl3pPr algn="ctr" defTabSz="2224088" rtl="0" eaLnBrk="0" fontAlgn="base" hangingPunct="0">
        <a:spcBef>
          <a:spcPct val="0"/>
        </a:spcBef>
        <a:spcAft>
          <a:spcPct val="0"/>
        </a:spcAft>
        <a:defRPr sz="10700">
          <a:solidFill>
            <a:schemeClr val="tx2"/>
          </a:solidFill>
          <a:latin typeface="Times New Roman" pitchFamily="18" charset="0"/>
        </a:defRPr>
      </a:lvl3pPr>
      <a:lvl4pPr algn="ctr" defTabSz="2224088" rtl="0" eaLnBrk="0" fontAlgn="base" hangingPunct="0">
        <a:spcBef>
          <a:spcPct val="0"/>
        </a:spcBef>
        <a:spcAft>
          <a:spcPct val="0"/>
        </a:spcAft>
        <a:defRPr sz="10700">
          <a:solidFill>
            <a:schemeClr val="tx2"/>
          </a:solidFill>
          <a:latin typeface="Times New Roman" pitchFamily="18" charset="0"/>
        </a:defRPr>
      </a:lvl4pPr>
      <a:lvl5pPr algn="ctr" defTabSz="2224088" rtl="0" eaLnBrk="0" fontAlgn="base" hangingPunct="0">
        <a:spcBef>
          <a:spcPct val="0"/>
        </a:spcBef>
        <a:spcAft>
          <a:spcPct val="0"/>
        </a:spcAft>
        <a:defRPr sz="10700">
          <a:solidFill>
            <a:schemeClr val="tx2"/>
          </a:solidFill>
          <a:latin typeface="Times New Roman" pitchFamily="18" charset="0"/>
        </a:defRPr>
      </a:lvl5pPr>
      <a:lvl6pPr marL="457200" algn="ctr" defTabSz="2224088" rtl="0" eaLnBrk="0" fontAlgn="base" hangingPunct="0">
        <a:spcBef>
          <a:spcPct val="0"/>
        </a:spcBef>
        <a:spcAft>
          <a:spcPct val="0"/>
        </a:spcAft>
        <a:defRPr sz="10700">
          <a:solidFill>
            <a:schemeClr val="tx2"/>
          </a:solidFill>
          <a:latin typeface="Times New Roman" pitchFamily="18" charset="0"/>
        </a:defRPr>
      </a:lvl6pPr>
      <a:lvl7pPr marL="914400" algn="ctr" defTabSz="2224088" rtl="0" eaLnBrk="0" fontAlgn="base" hangingPunct="0">
        <a:spcBef>
          <a:spcPct val="0"/>
        </a:spcBef>
        <a:spcAft>
          <a:spcPct val="0"/>
        </a:spcAft>
        <a:defRPr sz="10700">
          <a:solidFill>
            <a:schemeClr val="tx2"/>
          </a:solidFill>
          <a:latin typeface="Times New Roman" pitchFamily="18" charset="0"/>
        </a:defRPr>
      </a:lvl7pPr>
      <a:lvl8pPr marL="1371600" algn="ctr" defTabSz="2224088" rtl="0" eaLnBrk="0" fontAlgn="base" hangingPunct="0">
        <a:spcBef>
          <a:spcPct val="0"/>
        </a:spcBef>
        <a:spcAft>
          <a:spcPct val="0"/>
        </a:spcAft>
        <a:defRPr sz="10700">
          <a:solidFill>
            <a:schemeClr val="tx2"/>
          </a:solidFill>
          <a:latin typeface="Times New Roman" pitchFamily="18" charset="0"/>
        </a:defRPr>
      </a:lvl8pPr>
      <a:lvl9pPr marL="1828800" algn="ctr" defTabSz="2224088" rtl="0" eaLnBrk="0" fontAlgn="base" hangingPunct="0">
        <a:spcBef>
          <a:spcPct val="0"/>
        </a:spcBef>
        <a:spcAft>
          <a:spcPct val="0"/>
        </a:spcAft>
        <a:defRPr sz="10700">
          <a:solidFill>
            <a:schemeClr val="tx2"/>
          </a:solidFill>
          <a:latin typeface="Times New Roman" pitchFamily="18" charset="0"/>
        </a:defRPr>
      </a:lvl9pPr>
    </p:titleStyle>
    <p:bodyStyle>
      <a:lvl1pPr marL="835025" indent="-835025" algn="l" defTabSz="2224088" rtl="0" eaLnBrk="0" fontAlgn="base" hangingPunct="0">
        <a:spcBef>
          <a:spcPct val="20000"/>
        </a:spcBef>
        <a:spcAft>
          <a:spcPct val="0"/>
        </a:spcAft>
        <a:buChar char="•"/>
        <a:defRPr sz="7800">
          <a:solidFill>
            <a:schemeClr val="tx1"/>
          </a:solidFill>
          <a:latin typeface="+mn-lt"/>
          <a:ea typeface="+mn-ea"/>
          <a:cs typeface="+mn-cs"/>
        </a:defRPr>
      </a:lvl1pPr>
      <a:lvl2pPr marL="1806575" indent="-695325" algn="l" defTabSz="2224088" rtl="0" eaLnBrk="0" fontAlgn="base" hangingPunct="0">
        <a:spcBef>
          <a:spcPct val="20000"/>
        </a:spcBef>
        <a:spcAft>
          <a:spcPct val="0"/>
        </a:spcAft>
        <a:buChar char="–"/>
        <a:defRPr sz="6800">
          <a:solidFill>
            <a:schemeClr val="tx1"/>
          </a:solidFill>
          <a:latin typeface="+mn-lt"/>
        </a:defRPr>
      </a:lvl2pPr>
      <a:lvl3pPr marL="2779713" indent="-555625" algn="l" defTabSz="2224088" rtl="0" eaLnBrk="0" fontAlgn="base" hangingPunct="0">
        <a:spcBef>
          <a:spcPct val="20000"/>
        </a:spcBef>
        <a:spcAft>
          <a:spcPct val="0"/>
        </a:spcAft>
        <a:buChar char="•"/>
        <a:defRPr sz="5900">
          <a:solidFill>
            <a:schemeClr val="tx1"/>
          </a:solidFill>
          <a:latin typeface="+mn-lt"/>
        </a:defRPr>
      </a:lvl3pPr>
      <a:lvl4pPr marL="3892550" indent="-557213" algn="l" defTabSz="2224088" rtl="0" eaLnBrk="0" fontAlgn="base" hangingPunct="0">
        <a:spcBef>
          <a:spcPct val="20000"/>
        </a:spcBef>
        <a:spcAft>
          <a:spcPct val="0"/>
        </a:spcAft>
        <a:buChar char="–"/>
        <a:defRPr sz="4900">
          <a:solidFill>
            <a:schemeClr val="tx1"/>
          </a:solidFill>
          <a:latin typeface="+mn-lt"/>
        </a:defRPr>
      </a:lvl4pPr>
      <a:lvl5pPr marL="5003800" indent="-557213" algn="l" defTabSz="2224088" rtl="0" eaLnBrk="0" fontAlgn="base" hangingPunct="0">
        <a:spcBef>
          <a:spcPct val="20000"/>
        </a:spcBef>
        <a:spcAft>
          <a:spcPct val="0"/>
        </a:spcAft>
        <a:buChar char="»"/>
        <a:defRPr sz="4900">
          <a:solidFill>
            <a:schemeClr val="tx1"/>
          </a:solidFill>
          <a:latin typeface="+mn-lt"/>
        </a:defRPr>
      </a:lvl5pPr>
      <a:lvl6pPr marL="5461000" indent="-557213" algn="l" defTabSz="2224088" rtl="0" eaLnBrk="0" fontAlgn="base" hangingPunct="0">
        <a:spcBef>
          <a:spcPct val="20000"/>
        </a:spcBef>
        <a:spcAft>
          <a:spcPct val="0"/>
        </a:spcAft>
        <a:buChar char="»"/>
        <a:defRPr sz="4900">
          <a:solidFill>
            <a:schemeClr val="tx1"/>
          </a:solidFill>
          <a:latin typeface="+mn-lt"/>
        </a:defRPr>
      </a:lvl6pPr>
      <a:lvl7pPr marL="5918200" indent="-557213" algn="l" defTabSz="2224088" rtl="0" eaLnBrk="0" fontAlgn="base" hangingPunct="0">
        <a:spcBef>
          <a:spcPct val="20000"/>
        </a:spcBef>
        <a:spcAft>
          <a:spcPct val="0"/>
        </a:spcAft>
        <a:buChar char="»"/>
        <a:defRPr sz="4900">
          <a:solidFill>
            <a:schemeClr val="tx1"/>
          </a:solidFill>
          <a:latin typeface="+mn-lt"/>
        </a:defRPr>
      </a:lvl7pPr>
      <a:lvl8pPr marL="6375400" indent="-557213" algn="l" defTabSz="2224088" rtl="0" eaLnBrk="0" fontAlgn="base" hangingPunct="0">
        <a:spcBef>
          <a:spcPct val="20000"/>
        </a:spcBef>
        <a:spcAft>
          <a:spcPct val="0"/>
        </a:spcAft>
        <a:buChar char="»"/>
        <a:defRPr sz="4900">
          <a:solidFill>
            <a:schemeClr val="tx1"/>
          </a:solidFill>
          <a:latin typeface="+mn-lt"/>
        </a:defRPr>
      </a:lvl8pPr>
      <a:lvl9pPr marL="6832600" indent="-557213" algn="l" defTabSz="2224088" rtl="0" eaLnBrk="0" fontAlgn="base" hangingPunct="0">
        <a:spcBef>
          <a:spcPct val="20000"/>
        </a:spcBef>
        <a:spcAft>
          <a:spcPct val="0"/>
        </a:spcAft>
        <a:buChar char="»"/>
        <a:defRPr sz="49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ebp"/><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E2"/>
        </a:solidFill>
        <a:effectLst/>
      </p:bgPr>
    </p:bg>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A3760D32-9CFE-D0ED-6A87-919F8F88CDE4}"/>
              </a:ext>
            </a:extLst>
          </p:cNvPr>
          <p:cNvSpPr>
            <a:spLocks noGrp="1" noChangeArrowheads="1"/>
          </p:cNvSpPr>
          <p:nvPr>
            <p:ph type="title"/>
          </p:nvPr>
        </p:nvSpPr>
        <p:spPr>
          <a:xfrm>
            <a:off x="1698625" y="25400"/>
            <a:ext cx="12739688" cy="1289050"/>
          </a:xfrm>
        </p:spPr>
        <p:txBody>
          <a:bodyPr/>
          <a:lstStyle/>
          <a:p>
            <a:r>
              <a:rPr lang="en-US" altLang="zh-CN" sz="3000" b="1" dirty="0">
                <a:solidFill>
                  <a:srgbClr val="339966"/>
                </a:solidFill>
                <a:ea typeface="宋体" panose="02010600030101010101" pitchFamily="2" charset="-122"/>
              </a:rPr>
              <a:t>Comparative Analysis of Wi-Fi 6, 6E, and 7 in Smart Campus Networks</a:t>
            </a:r>
            <a:endParaRPr lang="en-GB" altLang="zh-CN" sz="3000" b="1" dirty="0">
              <a:solidFill>
                <a:srgbClr val="339966"/>
              </a:solidFill>
              <a:ea typeface="宋体" panose="02010600030101010101" pitchFamily="2" charset="-122"/>
            </a:endParaRPr>
          </a:p>
        </p:txBody>
      </p:sp>
      <p:sp>
        <p:nvSpPr>
          <p:cNvPr id="3097" name="Rectangle 12">
            <a:extLst>
              <a:ext uri="{FF2B5EF4-FFF2-40B4-BE49-F238E27FC236}">
                <a16:creationId xmlns:a16="http://schemas.microsoft.com/office/drawing/2014/main" id="{DDB5D265-803D-E2FE-1F72-525B71DE1B09}"/>
              </a:ext>
            </a:extLst>
          </p:cNvPr>
          <p:cNvSpPr>
            <a:spLocks noChangeArrowheads="1"/>
          </p:cNvSpPr>
          <p:nvPr/>
        </p:nvSpPr>
        <p:spPr bwMode="auto">
          <a:xfrm>
            <a:off x="3086100" y="1101725"/>
            <a:ext cx="10055225"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22354" tIns="111176" rIns="222354" bIns="111176" anchor="ctr"/>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spcBef>
                <a:spcPct val="0"/>
              </a:spcBef>
              <a:buFontTx/>
              <a:buNone/>
            </a:pPr>
            <a:r>
              <a:rPr lang="en-GB" altLang="zh-CN" sz="2400" b="1" dirty="0">
                <a:solidFill>
                  <a:srgbClr val="339966"/>
                </a:solidFill>
                <a:ea typeface="宋体" panose="02010600030101010101" pitchFamily="2" charset="-122"/>
              </a:rPr>
              <a:t>Authors: Bader Al-</a:t>
            </a:r>
            <a:r>
              <a:rPr lang="en-GB" altLang="zh-CN" sz="2400" b="1" dirty="0" err="1">
                <a:solidFill>
                  <a:srgbClr val="339966"/>
                </a:solidFill>
                <a:ea typeface="宋体" panose="02010600030101010101" pitchFamily="2" charset="-122"/>
              </a:rPr>
              <a:t>Muqait</a:t>
            </a:r>
            <a:r>
              <a:rPr lang="en-GB" altLang="zh-CN" sz="2400" b="1" dirty="0">
                <a:solidFill>
                  <a:srgbClr val="339966"/>
                </a:solidFill>
                <a:ea typeface="宋体" panose="02010600030101010101" pitchFamily="2" charset="-122"/>
              </a:rPr>
              <a:t> &amp; Abdulrahman </a:t>
            </a:r>
            <a:r>
              <a:rPr lang="en-GB" altLang="zh-CN" sz="2400" b="1" dirty="0" err="1">
                <a:solidFill>
                  <a:srgbClr val="339966"/>
                </a:solidFill>
                <a:ea typeface="宋体" panose="02010600030101010101" pitchFamily="2" charset="-122"/>
              </a:rPr>
              <a:t>Aldehilan</a:t>
            </a:r>
            <a:r>
              <a:rPr lang="en-GB" altLang="zh-CN" sz="2400" b="1" dirty="0">
                <a:solidFill>
                  <a:srgbClr val="339966"/>
                </a:solidFill>
                <a:ea typeface="宋体" panose="02010600030101010101" pitchFamily="2" charset="-122"/>
              </a:rPr>
              <a:t> </a:t>
            </a:r>
          </a:p>
          <a:p>
            <a:pPr algn="ctr">
              <a:spcBef>
                <a:spcPct val="0"/>
              </a:spcBef>
              <a:buFontTx/>
              <a:buNone/>
            </a:pPr>
            <a:r>
              <a:rPr lang="en-GB" altLang="zh-CN" sz="2000" dirty="0">
                <a:solidFill>
                  <a:srgbClr val="339966"/>
                </a:solidFill>
                <a:ea typeface="宋体" panose="02010600030101010101" pitchFamily="2" charset="-122"/>
              </a:rPr>
              <a:t>King Faisal University, computer network department</a:t>
            </a:r>
            <a:endParaRPr lang="en-US" altLang="zh-CN" sz="2000" dirty="0">
              <a:solidFill>
                <a:srgbClr val="339966"/>
              </a:solidFill>
              <a:ea typeface="宋体" panose="02010600030101010101" pitchFamily="2" charset="-122"/>
            </a:endParaRPr>
          </a:p>
        </p:txBody>
      </p:sp>
      <p:sp>
        <p:nvSpPr>
          <p:cNvPr id="3098" name="Text Box 109">
            <a:extLst>
              <a:ext uri="{FF2B5EF4-FFF2-40B4-BE49-F238E27FC236}">
                <a16:creationId xmlns:a16="http://schemas.microsoft.com/office/drawing/2014/main" id="{FD5C32F8-EFD6-FEB3-2467-A20984D2209A}"/>
              </a:ext>
            </a:extLst>
          </p:cNvPr>
          <p:cNvSpPr txBox="1">
            <a:spLocks noChangeArrowheads="1"/>
          </p:cNvSpPr>
          <p:nvPr/>
        </p:nvSpPr>
        <p:spPr bwMode="auto">
          <a:xfrm>
            <a:off x="361950" y="325438"/>
            <a:ext cx="1944688" cy="8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6073" tIns="23036" rIns="46073" bIns="23036">
            <a:spAutoFit/>
          </a:bodyPr>
          <a:lstStyle>
            <a:lvl1pPr defTabSz="460375">
              <a:defRPr sz="7500">
                <a:solidFill>
                  <a:schemeClr val="tx1"/>
                </a:solidFill>
                <a:latin typeface="Times New Roman" panose="02020603050405020304" pitchFamily="18" charset="0"/>
              </a:defRPr>
            </a:lvl1pPr>
            <a:lvl2pPr marL="742950" indent="-285750" defTabSz="460375">
              <a:defRPr sz="7500">
                <a:solidFill>
                  <a:schemeClr val="tx1"/>
                </a:solidFill>
                <a:latin typeface="Times New Roman" panose="02020603050405020304" pitchFamily="18" charset="0"/>
              </a:defRPr>
            </a:lvl2pPr>
            <a:lvl3pPr marL="1143000" indent="-228600" defTabSz="460375">
              <a:defRPr sz="7500">
                <a:solidFill>
                  <a:schemeClr val="tx1"/>
                </a:solidFill>
                <a:latin typeface="Times New Roman" panose="02020603050405020304" pitchFamily="18" charset="0"/>
              </a:defRPr>
            </a:lvl3pPr>
            <a:lvl4pPr marL="1600200" indent="-228600" defTabSz="460375">
              <a:defRPr sz="7500">
                <a:solidFill>
                  <a:schemeClr val="tx1"/>
                </a:solidFill>
                <a:latin typeface="Times New Roman" panose="02020603050405020304" pitchFamily="18" charset="0"/>
              </a:defRPr>
            </a:lvl4pPr>
            <a:lvl5pPr marL="2057400" indent="-228600" defTabSz="460375">
              <a:defRPr sz="75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7500">
                <a:solidFill>
                  <a:schemeClr val="tx1"/>
                </a:solidFill>
                <a:latin typeface="Times New Roman" panose="02020603050405020304" pitchFamily="18" charset="0"/>
              </a:defRPr>
            </a:lvl9pPr>
          </a:lstStyle>
          <a:p>
            <a:pPr algn="just">
              <a:spcBef>
                <a:spcPct val="50000"/>
              </a:spcBef>
            </a:pPr>
            <a:r>
              <a:rPr lang="en-GB" altLang="zh-CN" sz="2000" b="1" dirty="0">
                <a:solidFill>
                  <a:srgbClr val="FF0000"/>
                </a:solidFill>
                <a:ea typeface="宋体" panose="02010600030101010101" pitchFamily="2" charset="-122"/>
                <a:cs typeface="Arial" panose="020B0604020202020204" pitchFamily="34" charset="0"/>
              </a:rPr>
              <a:t>ID: 2</a:t>
            </a:r>
            <a:r>
              <a:rPr lang="en-US" altLang="zh-CN" sz="2000" b="1" dirty="0">
                <a:solidFill>
                  <a:srgbClr val="FF0000"/>
                </a:solidFill>
                <a:ea typeface="宋体" panose="02010600030101010101" pitchFamily="2" charset="-122"/>
                <a:cs typeface="Arial" panose="020B0604020202020204" pitchFamily="34" charset="0"/>
              </a:rPr>
              <a:t>23028877</a:t>
            </a:r>
          </a:p>
          <a:p>
            <a:pPr algn="just">
              <a:spcBef>
                <a:spcPct val="50000"/>
              </a:spcBef>
            </a:pPr>
            <a:r>
              <a:rPr lang="en-US" altLang="zh-CN" sz="2000" b="1" dirty="0">
                <a:solidFill>
                  <a:srgbClr val="FF0000"/>
                </a:solidFill>
                <a:ea typeface="宋体" panose="02010600030101010101" pitchFamily="2" charset="-122"/>
                <a:cs typeface="Arial" panose="020B0604020202020204" pitchFamily="34" charset="0"/>
              </a:rPr>
              <a:t>ID: 223005582</a:t>
            </a:r>
            <a:endParaRPr lang="en-GB" altLang="zh-CN" sz="2000" b="1" dirty="0">
              <a:solidFill>
                <a:srgbClr val="FF0000"/>
              </a:solidFill>
              <a:ea typeface="宋体" panose="02010600030101010101" pitchFamily="2" charset="-122"/>
              <a:cs typeface="Arial" panose="020B0604020202020204" pitchFamily="34" charset="0"/>
            </a:endParaRPr>
          </a:p>
        </p:txBody>
      </p:sp>
      <p:sp>
        <p:nvSpPr>
          <p:cNvPr id="3099" name="Text Box 378">
            <a:extLst>
              <a:ext uri="{FF2B5EF4-FFF2-40B4-BE49-F238E27FC236}">
                <a16:creationId xmlns:a16="http://schemas.microsoft.com/office/drawing/2014/main" id="{21A68D97-3C17-F06A-B357-08ED31D8CF7B}"/>
              </a:ext>
            </a:extLst>
          </p:cNvPr>
          <p:cNvSpPr txBox="1">
            <a:spLocks noChangeArrowheads="1"/>
          </p:cNvSpPr>
          <p:nvPr/>
        </p:nvSpPr>
        <p:spPr bwMode="auto">
          <a:xfrm>
            <a:off x="5922293" y="24290095"/>
            <a:ext cx="4176464" cy="292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6073" tIns="23036" rIns="46073" bIns="23036">
            <a:spAutoFit/>
          </a:bodyPr>
          <a:lstStyle>
            <a:lvl1pPr defTabSz="460375">
              <a:defRPr sz="7500">
                <a:solidFill>
                  <a:schemeClr val="tx1"/>
                </a:solidFill>
                <a:latin typeface="Times New Roman" panose="02020603050405020304" pitchFamily="18" charset="0"/>
              </a:defRPr>
            </a:lvl1pPr>
            <a:lvl2pPr marL="742950" indent="-285750" defTabSz="460375">
              <a:defRPr sz="7500">
                <a:solidFill>
                  <a:schemeClr val="tx1"/>
                </a:solidFill>
                <a:latin typeface="Times New Roman" panose="02020603050405020304" pitchFamily="18" charset="0"/>
              </a:defRPr>
            </a:lvl2pPr>
            <a:lvl3pPr marL="1143000" indent="-228600" defTabSz="460375">
              <a:defRPr sz="7500">
                <a:solidFill>
                  <a:schemeClr val="tx1"/>
                </a:solidFill>
                <a:latin typeface="Times New Roman" panose="02020603050405020304" pitchFamily="18" charset="0"/>
              </a:defRPr>
            </a:lvl3pPr>
            <a:lvl4pPr marL="1600200" indent="-228600" defTabSz="460375">
              <a:defRPr sz="7500">
                <a:solidFill>
                  <a:schemeClr val="tx1"/>
                </a:solidFill>
                <a:latin typeface="Times New Roman" panose="02020603050405020304" pitchFamily="18" charset="0"/>
              </a:defRPr>
            </a:lvl4pPr>
            <a:lvl5pPr marL="2057400" indent="-228600" defTabSz="460375">
              <a:defRPr sz="7500">
                <a:solidFill>
                  <a:schemeClr val="tx1"/>
                </a:solidFill>
                <a:latin typeface="Times New Roman" panose="02020603050405020304" pitchFamily="18" charset="0"/>
              </a:defRPr>
            </a:lvl5pPr>
            <a:lvl6pPr marL="2514600" indent="-228600" defTabSz="4603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4603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4603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460375" eaLnBrk="0" fontAlgn="base" hangingPunct="0">
              <a:spcBef>
                <a:spcPct val="0"/>
              </a:spcBef>
              <a:spcAft>
                <a:spcPct val="0"/>
              </a:spcAft>
              <a:defRPr sz="7500">
                <a:solidFill>
                  <a:schemeClr val="tx1"/>
                </a:solidFill>
                <a:latin typeface="Times New Roman" panose="02020603050405020304" pitchFamily="18" charset="0"/>
              </a:defRPr>
            </a:lvl9pPr>
          </a:lstStyle>
          <a:p>
            <a:pPr algn="just">
              <a:spcBef>
                <a:spcPct val="50000"/>
              </a:spcBef>
            </a:pPr>
            <a:r>
              <a:rPr lang="en-GB" altLang="zh-CN" sz="1600" b="1" dirty="0">
                <a:solidFill>
                  <a:srgbClr val="339966"/>
                </a:solidFill>
                <a:ea typeface="宋体" panose="02010600030101010101" pitchFamily="2" charset="-122"/>
                <a:cs typeface="Arial" panose="020B0604020202020204" pitchFamily="34" charset="0"/>
              </a:rPr>
              <a:t>Author email: 223028877@student.kfu.edu.sa</a:t>
            </a:r>
            <a:endParaRPr lang="en-GB" altLang="zh-CN" sz="1600" dirty="0">
              <a:solidFill>
                <a:srgbClr val="339966"/>
              </a:solidFill>
              <a:ea typeface="宋体" panose="02010600030101010101" pitchFamily="2" charset="-122"/>
              <a:cs typeface="Arial" panose="020B0604020202020204" pitchFamily="34" charset="0"/>
            </a:endParaRPr>
          </a:p>
        </p:txBody>
      </p:sp>
      <p:sp>
        <p:nvSpPr>
          <p:cNvPr id="3100" name="Text Box 485">
            <a:extLst>
              <a:ext uri="{FF2B5EF4-FFF2-40B4-BE49-F238E27FC236}">
                <a16:creationId xmlns:a16="http://schemas.microsoft.com/office/drawing/2014/main" id="{9B592CFB-FA9E-0DE2-FFD1-D7106BCA81E7}"/>
              </a:ext>
            </a:extLst>
          </p:cNvPr>
          <p:cNvSpPr txBox="1">
            <a:spLocks noChangeArrowheads="1"/>
          </p:cNvSpPr>
          <p:nvPr/>
        </p:nvSpPr>
        <p:spPr bwMode="auto">
          <a:xfrm>
            <a:off x="8312150" y="2232025"/>
            <a:ext cx="7416800" cy="10214652"/>
          </a:xfrm>
          <a:prstGeom prst="rect">
            <a:avLst/>
          </a:prstGeom>
          <a:noFill/>
          <a:ln>
            <a:noFill/>
          </a:ln>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00"/>
              </a:spcBef>
              <a:spcAft>
                <a:spcPts val="900"/>
              </a:spcAft>
              <a:defRPr/>
            </a:pPr>
            <a:r>
              <a:rPr lang="en-GB" altLang="zh-CN" sz="2200" b="1" dirty="0">
                <a:solidFill>
                  <a:srgbClr val="339966"/>
                </a:solidFill>
                <a:ea typeface="宋体" panose="02010600030101010101" pitchFamily="2" charset="-122"/>
              </a:rPr>
              <a:t>IV. Experiments</a:t>
            </a:r>
          </a:p>
          <a:p>
            <a:r>
              <a:rPr lang="en-US" sz="1800" dirty="0"/>
              <a:t>The experiments in this study are conducted using MATLAB-based analytical simulations to evaluate wireless network performance in a smart campus environment. Different user load scenarios are considered to represent low, medium, and high network usage during various times of the day. These scenarios reflect realistic campus conditions where many students and devices are connected simultaneously.</a:t>
            </a:r>
          </a:p>
          <a:p>
            <a:endParaRPr lang="en-US" sz="1800" dirty="0"/>
          </a:p>
          <a:p>
            <a:r>
              <a:rPr lang="en-US" sz="1800" dirty="0"/>
              <a:t>For each scenario, the performance of Wi-Fi 6, Wi-Fi 6E, and Wi-Fi 7 is analyzed using throughput, latency, and jitter as key evaluation metrics. The experimental results are presented visually to allow clear comparison between the three Wi-Fi generations.</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a:p>
          <a:p>
            <a:endParaRPr lang="en-US" sz="1800" dirty="0"/>
          </a:p>
          <a:p>
            <a:r>
              <a:rPr lang="en-US" sz="1800" dirty="0">
                <a:solidFill>
                  <a:srgbClr val="339966"/>
                </a:solidFill>
              </a:rPr>
              <a:t>Fig. Example of how the flow works</a:t>
            </a:r>
          </a:p>
        </p:txBody>
      </p:sp>
      <p:sp>
        <p:nvSpPr>
          <p:cNvPr id="3102" name="Text Box 7273">
            <a:extLst>
              <a:ext uri="{FF2B5EF4-FFF2-40B4-BE49-F238E27FC236}">
                <a16:creationId xmlns:a16="http://schemas.microsoft.com/office/drawing/2014/main" id="{708F11BC-43DE-81CD-89AB-9C89409BE2E8}"/>
              </a:ext>
            </a:extLst>
          </p:cNvPr>
          <p:cNvSpPr txBox="1">
            <a:spLocks noChangeArrowheads="1"/>
          </p:cNvSpPr>
          <p:nvPr/>
        </p:nvSpPr>
        <p:spPr bwMode="auto">
          <a:xfrm>
            <a:off x="452438" y="5429569"/>
            <a:ext cx="7469188" cy="4890117"/>
          </a:xfrm>
          <a:prstGeom prst="rect">
            <a:avLst/>
          </a:prstGeom>
          <a:noFill/>
          <a:ln>
            <a:noFill/>
          </a:ln>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defRPr/>
            </a:pPr>
            <a:r>
              <a:rPr lang="en-GB" altLang="zh-CN" sz="2200" b="1" dirty="0">
                <a:solidFill>
                  <a:srgbClr val="339966"/>
                </a:solidFill>
                <a:ea typeface="宋体" panose="02010600030101010101" pitchFamily="2" charset="-122"/>
              </a:rPr>
              <a:t>I. Introduction </a:t>
            </a:r>
          </a:p>
          <a:p>
            <a:pPr algn="just">
              <a:defRPr/>
            </a:pPr>
            <a:r>
              <a:rPr lang="en-US" sz="1700" dirty="0"/>
              <a:t>We start each class with opening the KFU Black Board so we can download the slides or open an assignment or even opening an online class some students does not have a Personal hotspot so they need to use the university Wi-Fi if they could not reach the Wi-Fi they will be left behind and lost the ability of keep up with the doctor.</a:t>
            </a:r>
          </a:p>
          <a:p>
            <a:pPr algn="just">
              <a:defRPr/>
            </a:pPr>
            <a:endParaRPr lang="en-GB" altLang="zh-CN" sz="1600" b="1" dirty="0">
              <a:solidFill>
                <a:srgbClr val="CC0000"/>
              </a:solidFill>
              <a:highlight>
                <a:srgbClr val="FFFF00"/>
              </a:highlight>
              <a:ea typeface="宋体" panose="02010600030101010101" pitchFamily="2" charset="-122"/>
            </a:endParaRPr>
          </a:p>
          <a:p>
            <a:pPr>
              <a:defRPr/>
            </a:pPr>
            <a:r>
              <a:rPr lang="en-US" sz="1700" dirty="0"/>
              <a:t>Older Wi-Fi technologies are not designed to efficiently handle high user density environments such as classrooms and lecture halls.</a:t>
            </a:r>
          </a:p>
          <a:p>
            <a:pPr>
              <a:defRPr/>
            </a:pPr>
            <a:endParaRPr lang="en-GB" altLang="zh-CN" sz="800" dirty="0">
              <a:solidFill>
                <a:srgbClr val="339966"/>
              </a:solidFill>
              <a:ea typeface="宋体" panose="02010600030101010101" pitchFamily="2" charset="-122"/>
            </a:endParaRPr>
          </a:p>
          <a:p>
            <a:pPr algn="just">
              <a:defRPr/>
            </a:pPr>
            <a:r>
              <a:rPr lang="en-US" sz="1700" dirty="0"/>
              <a:t>Newer Wi-Fi generations, including Wi-Fi 6, Wi-Fi 6E, and Wi-Fi 7, aim to improve performance in crowded environments. </a:t>
            </a:r>
          </a:p>
          <a:p>
            <a:pPr algn="just">
              <a:defRPr/>
            </a:pPr>
            <a:endParaRPr lang="en-US" sz="1700" dirty="0"/>
          </a:p>
          <a:p>
            <a:pPr algn="just">
              <a:defRPr/>
            </a:pPr>
            <a:r>
              <a:rPr lang="en-US" sz="1800" dirty="0"/>
              <a:t>With the increasing number of students and connected devices, campus Wi-Fi networks often struggle during peak usage hours. This leads to slow connections and poor user experience.</a:t>
            </a:r>
            <a:r>
              <a:rPr lang="en-GB" altLang="zh-CN" sz="1800" dirty="0">
                <a:solidFill>
                  <a:srgbClr val="339966"/>
                </a:solidFill>
                <a:ea typeface="宋体" panose="02010600030101010101" pitchFamily="2" charset="-122"/>
              </a:rPr>
              <a:t> </a:t>
            </a:r>
            <a:endParaRPr lang="en-US" altLang="zh-CN" sz="1800" dirty="0">
              <a:solidFill>
                <a:srgbClr val="339966"/>
              </a:solidFill>
              <a:ea typeface="宋体" panose="02010600030101010101" pitchFamily="2" charset="-122"/>
            </a:endParaRPr>
          </a:p>
          <a:p>
            <a:pPr algn="just">
              <a:defRPr/>
            </a:pPr>
            <a:endParaRPr lang="en-US" sz="1800" dirty="0"/>
          </a:p>
          <a:p>
            <a:pPr algn="just">
              <a:defRPr/>
            </a:pPr>
            <a:endParaRPr lang="en-US" sz="1800" dirty="0"/>
          </a:p>
        </p:txBody>
      </p:sp>
      <p:sp>
        <p:nvSpPr>
          <p:cNvPr id="3104" name="Text Box 7483">
            <a:extLst>
              <a:ext uri="{FF2B5EF4-FFF2-40B4-BE49-F238E27FC236}">
                <a16:creationId xmlns:a16="http://schemas.microsoft.com/office/drawing/2014/main" id="{5E840FD4-4D36-50E8-796C-9F312EF63E5B}"/>
              </a:ext>
            </a:extLst>
          </p:cNvPr>
          <p:cNvSpPr txBox="1">
            <a:spLocks noChangeArrowheads="1"/>
          </p:cNvSpPr>
          <p:nvPr/>
        </p:nvSpPr>
        <p:spPr bwMode="auto">
          <a:xfrm>
            <a:off x="465361" y="2122172"/>
            <a:ext cx="7469187" cy="3053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rgbClr val="339966"/>
                </a:solidFill>
                <a:ea typeface="宋体" panose="02010600030101010101" pitchFamily="2" charset="-122"/>
              </a:rPr>
              <a:t>Abstract  </a:t>
            </a:r>
          </a:p>
          <a:p>
            <a:pPr>
              <a:spcBef>
                <a:spcPts val="425"/>
              </a:spcBef>
              <a:spcAft>
                <a:spcPts val="850"/>
              </a:spcAft>
            </a:pPr>
            <a:r>
              <a:rPr lang="en-US" sz="1700" dirty="0"/>
              <a:t>University campuses face Wi-Fi performance issues during peak usage due to many connected users. This project compares Wi-Fi 6, Wi-Fi 6E, and Wi-Fi 7 for smart campus environments. MATLAB simulations are used to evaluate throughput, latency, and jitter under different user load scenarios. The results show that Wi-Fi 7 provides better speed, lower delay, and more stable connectivity.</a:t>
            </a:r>
          </a:p>
          <a:p>
            <a:pPr>
              <a:spcBef>
                <a:spcPts val="425"/>
              </a:spcBef>
              <a:spcAft>
                <a:spcPts val="850"/>
              </a:spcAft>
            </a:pPr>
            <a:r>
              <a:rPr lang="en-GB" altLang="zh-CN" sz="2200" b="1" dirty="0">
                <a:solidFill>
                  <a:srgbClr val="339966"/>
                </a:solidFill>
                <a:ea typeface="宋体" panose="02010600030101010101" pitchFamily="2" charset="-122"/>
              </a:rPr>
              <a:t>Keywords</a:t>
            </a:r>
            <a:endParaRPr lang="en-GB" altLang="zh-CN" sz="1700" b="1" dirty="0">
              <a:solidFill>
                <a:srgbClr val="339966"/>
              </a:solidFill>
              <a:ea typeface="宋体" panose="02010600030101010101" pitchFamily="2" charset="-122"/>
            </a:endParaRPr>
          </a:p>
          <a:p>
            <a:r>
              <a:rPr lang="en-US" sz="1700" dirty="0"/>
              <a:t>Wi-Fi 6, Wi-Fi 6E, Wi-Fi 7, Smart Campus, MATLAB Simulation, Wireless Networks</a:t>
            </a:r>
            <a:endParaRPr lang="en-GB" altLang="zh-CN" sz="1700" dirty="0">
              <a:solidFill>
                <a:srgbClr val="339966"/>
              </a:solidFill>
              <a:ea typeface="宋体" panose="02010600030101010101" pitchFamily="2" charset="-122"/>
            </a:endParaRPr>
          </a:p>
        </p:txBody>
      </p:sp>
      <p:sp>
        <p:nvSpPr>
          <p:cNvPr id="3105" name="Text Box 7485">
            <a:extLst>
              <a:ext uri="{FF2B5EF4-FFF2-40B4-BE49-F238E27FC236}">
                <a16:creationId xmlns:a16="http://schemas.microsoft.com/office/drawing/2014/main" id="{5281FC47-2D4B-568B-458D-8CEA9794585D}"/>
              </a:ext>
            </a:extLst>
          </p:cNvPr>
          <p:cNvSpPr txBox="1">
            <a:spLocks noChangeArrowheads="1"/>
          </p:cNvSpPr>
          <p:nvPr/>
        </p:nvSpPr>
        <p:spPr bwMode="auto">
          <a:xfrm>
            <a:off x="663575" y="17873126"/>
            <a:ext cx="7451725" cy="404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rgbClr val="339966"/>
                </a:solidFill>
                <a:ea typeface="宋体" panose="02010600030101010101" pitchFamily="2" charset="-122"/>
              </a:rPr>
              <a:t>III. Theoretical Modelling</a:t>
            </a:r>
            <a:endParaRPr lang="en-GB" altLang="zh-CN" sz="1700" b="1" dirty="0">
              <a:solidFill>
                <a:srgbClr val="339966"/>
              </a:solidFill>
              <a:ea typeface="宋体" panose="02010600030101010101" pitchFamily="2" charset="-122"/>
            </a:endParaRPr>
          </a:p>
        </p:txBody>
      </p:sp>
      <p:sp>
        <p:nvSpPr>
          <p:cNvPr id="3106" name="Text Box 7486">
            <a:extLst>
              <a:ext uri="{FF2B5EF4-FFF2-40B4-BE49-F238E27FC236}">
                <a16:creationId xmlns:a16="http://schemas.microsoft.com/office/drawing/2014/main" id="{AE64276C-E9C7-0ECF-753C-0A647C7793FD}"/>
              </a:ext>
            </a:extLst>
          </p:cNvPr>
          <p:cNvSpPr txBox="1">
            <a:spLocks noChangeArrowheads="1"/>
          </p:cNvSpPr>
          <p:nvPr/>
        </p:nvSpPr>
        <p:spPr bwMode="auto">
          <a:xfrm>
            <a:off x="674688" y="18332565"/>
            <a:ext cx="7459662" cy="2835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r>
              <a:rPr lang="en-US" sz="1800" dirty="0"/>
              <a:t>This work is based on an analytical performance comparison model for wireless networks in a smart campus environment. The model considers different Wi-Fi generations and evaluates their behavior under varying user load conditions. The performance is assessed by observing how throughput, latency, and jitter change as the number of connected users increases.</a:t>
            </a:r>
          </a:p>
          <a:p>
            <a:endParaRPr lang="en-US" altLang="zh-CN" sz="1800" b="1" dirty="0">
              <a:solidFill>
                <a:srgbClr val="FF66CC"/>
              </a:solidFill>
              <a:ea typeface="宋体" panose="02010600030101010101" pitchFamily="2" charset="-122"/>
            </a:endParaRPr>
          </a:p>
          <a:p>
            <a:r>
              <a:rPr lang="en-US" sz="1800" dirty="0"/>
              <a:t>Newer Wi-Fi generations are expected to handle congestion more efficiently due to improved design features. MATLAB is used to apply this model and visualize performance trends without relying on complex physical-layer equations.</a:t>
            </a:r>
            <a:endParaRPr lang="en-GB" altLang="zh-CN" sz="1700" b="1" dirty="0">
              <a:solidFill>
                <a:srgbClr val="FF66CC"/>
              </a:solidFill>
              <a:ea typeface="宋体" panose="02010600030101010101" pitchFamily="2" charset="-122"/>
            </a:endParaRPr>
          </a:p>
        </p:txBody>
      </p:sp>
      <p:sp>
        <p:nvSpPr>
          <p:cNvPr id="3107" name="Text Box 7487">
            <a:extLst>
              <a:ext uri="{FF2B5EF4-FFF2-40B4-BE49-F238E27FC236}">
                <a16:creationId xmlns:a16="http://schemas.microsoft.com/office/drawing/2014/main" id="{6DB45E2A-B49A-39D9-B04B-75830454841E}"/>
              </a:ext>
            </a:extLst>
          </p:cNvPr>
          <p:cNvSpPr txBox="1">
            <a:spLocks noChangeArrowheads="1"/>
          </p:cNvSpPr>
          <p:nvPr/>
        </p:nvSpPr>
        <p:spPr bwMode="auto">
          <a:xfrm>
            <a:off x="719138" y="21555604"/>
            <a:ext cx="7459662" cy="2112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300"/>
              </a:spcBef>
              <a:spcAft>
                <a:spcPts val="600"/>
              </a:spcAft>
            </a:pPr>
            <a:r>
              <a:rPr lang="en-GB" altLang="zh-CN" sz="2000" dirty="0">
                <a:solidFill>
                  <a:srgbClr val="339966"/>
                </a:solidFill>
                <a:ea typeface="宋体" panose="02010600030101010101" pitchFamily="2" charset="-122"/>
              </a:rPr>
              <a:t>B. </a:t>
            </a:r>
            <a:r>
              <a:rPr lang="en-US" altLang="zh-CN" sz="2000" dirty="0">
                <a:solidFill>
                  <a:srgbClr val="339966"/>
                </a:solidFill>
                <a:ea typeface="宋体" panose="02010600030101010101" pitchFamily="2" charset="-122"/>
              </a:rPr>
              <a:t>Model Overview</a:t>
            </a:r>
            <a:endParaRPr lang="en-GB" altLang="zh-CN" sz="2000" dirty="0">
              <a:solidFill>
                <a:srgbClr val="339966"/>
              </a:solidFill>
              <a:ea typeface="宋体" panose="02010600030101010101" pitchFamily="2" charset="-122"/>
            </a:endParaRPr>
          </a:p>
          <a:p>
            <a:r>
              <a:rPr lang="en-US" sz="1800" dirty="0"/>
              <a:t>This theoretical model considers a smart campus wireless network where multiple users share the same communication medium. As the number of connected users increases, network congestion occurs, leading to reduced throughput and increased latency and jitter. The model is used to conceptually compare the performance of Wi-Fi 6, Wi-Fi 6E, and Wi-Fi 7 under different user load conditions using MATLAB-based simulations.</a:t>
            </a:r>
            <a:endParaRPr lang="en-GB" altLang="zh-CN" sz="1700" dirty="0">
              <a:solidFill>
                <a:srgbClr val="339966"/>
              </a:solidFill>
              <a:ea typeface="宋体" panose="02010600030101010101" pitchFamily="2" charset="-122"/>
            </a:endParaRPr>
          </a:p>
        </p:txBody>
      </p:sp>
      <p:sp>
        <p:nvSpPr>
          <p:cNvPr id="3108" name="Text Box 7489">
            <a:extLst>
              <a:ext uri="{FF2B5EF4-FFF2-40B4-BE49-F238E27FC236}">
                <a16:creationId xmlns:a16="http://schemas.microsoft.com/office/drawing/2014/main" id="{FAAE9854-F2AE-64C8-4CC4-A5BE91170C33}"/>
              </a:ext>
            </a:extLst>
          </p:cNvPr>
          <p:cNvSpPr txBox="1">
            <a:spLocks noChangeArrowheads="1"/>
          </p:cNvSpPr>
          <p:nvPr/>
        </p:nvSpPr>
        <p:spPr bwMode="auto">
          <a:xfrm>
            <a:off x="8452398" y="22034815"/>
            <a:ext cx="7416800" cy="190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rgbClr val="339966"/>
                </a:solidFill>
                <a:ea typeface="宋体" panose="02010600030101010101" pitchFamily="2" charset="-122"/>
              </a:rPr>
              <a:t>VI. Conclusion</a:t>
            </a:r>
            <a:endParaRPr lang="en-GB" altLang="zh-CN" sz="1700" b="1" dirty="0">
              <a:solidFill>
                <a:srgbClr val="339966"/>
              </a:solidFill>
              <a:ea typeface="宋体" panose="02010600030101010101" pitchFamily="2" charset="-122"/>
            </a:endParaRPr>
          </a:p>
          <a:p>
            <a:r>
              <a:rPr lang="en-US" sz="1800" dirty="0"/>
              <a:t>This study compared Wi-Fi 6, Wi-Fi 6E, and Wi-Fi 7 for smart campus environments using MATLAB-based simulations. The results show that Wi-Fi 7 provides higher throughput, lower latency, and more stable performance, especially under high user density. These findings indicate that Wi-Fi 7 is the most suitable choice for future smart campus network upgrades</a:t>
            </a:r>
            <a:endParaRPr lang="en-US" altLang="zh-CN" sz="1700" dirty="0">
              <a:solidFill>
                <a:srgbClr val="339966"/>
              </a:solidFill>
              <a:ea typeface="宋体" panose="02010600030101010101" pitchFamily="2" charset="-122"/>
            </a:endParaRPr>
          </a:p>
        </p:txBody>
      </p:sp>
      <p:sp>
        <p:nvSpPr>
          <p:cNvPr id="3109" name="Text Box 7512">
            <a:extLst>
              <a:ext uri="{FF2B5EF4-FFF2-40B4-BE49-F238E27FC236}">
                <a16:creationId xmlns:a16="http://schemas.microsoft.com/office/drawing/2014/main" id="{AA4783CF-9042-9B22-057C-1DAC006BEE49}"/>
              </a:ext>
            </a:extLst>
          </p:cNvPr>
          <p:cNvSpPr txBox="1">
            <a:spLocks noChangeArrowheads="1"/>
          </p:cNvSpPr>
          <p:nvPr/>
        </p:nvSpPr>
        <p:spPr bwMode="auto">
          <a:xfrm>
            <a:off x="8249048" y="13151778"/>
            <a:ext cx="7416800" cy="410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rgbClr val="339966"/>
                </a:solidFill>
                <a:ea typeface="宋体" panose="02010600030101010101" pitchFamily="2" charset="-122"/>
              </a:rPr>
              <a:t>V. Results and Analyses</a:t>
            </a:r>
          </a:p>
          <a:p>
            <a:r>
              <a:rPr lang="en-US" sz="1800" b="1" dirty="0">
                <a:solidFill>
                  <a:srgbClr val="339966"/>
                </a:solidFill>
              </a:rPr>
              <a:t>A. Throughput</a:t>
            </a:r>
          </a:p>
          <a:p>
            <a:r>
              <a:rPr lang="en-US" sz="1800" dirty="0"/>
              <a:t>Wi-Fi 7 achieves the highest throughput under all user load conditions. Throughput decreases as the number of users increases, but Wi-Fi 7 maintains better performance than Wi-Fi 6 and Wi-Fi 6E.</a:t>
            </a:r>
          </a:p>
          <a:p>
            <a:endParaRPr lang="en-US" altLang="zh-CN" sz="1700" dirty="0">
              <a:solidFill>
                <a:srgbClr val="339966"/>
              </a:solidFill>
              <a:ea typeface="宋体" panose="02010600030101010101" pitchFamily="2" charset="-122"/>
            </a:endParaRPr>
          </a:p>
          <a:p>
            <a:r>
              <a:rPr lang="en-US" sz="1800" b="1" dirty="0">
                <a:solidFill>
                  <a:srgbClr val="339966"/>
                </a:solidFill>
              </a:rPr>
              <a:t>B. Latency</a:t>
            </a:r>
          </a:p>
          <a:p>
            <a:r>
              <a:rPr lang="en-US" sz="1800" dirty="0"/>
              <a:t>Latency increases with user density for all Wi-Fi generations. Wi-Fi 7 shows the lowest delay, making it more suitable for real-time campus applications.</a:t>
            </a:r>
          </a:p>
          <a:p>
            <a:endParaRPr lang="en-US" sz="1800" dirty="0"/>
          </a:p>
          <a:p>
            <a:r>
              <a:rPr lang="en-US" sz="1800" b="1" dirty="0">
                <a:solidFill>
                  <a:srgbClr val="339966"/>
                </a:solidFill>
              </a:rPr>
              <a:t>C. Jitter</a:t>
            </a:r>
          </a:p>
          <a:p>
            <a:r>
              <a:rPr lang="en-US" sz="1800" dirty="0"/>
              <a:t>Wi-Fi 7 provides the most stable performance with the lowest jitter values. This results in smoother communication compared to Wi-Fi 6 and Wi-Fi 6E.</a:t>
            </a:r>
          </a:p>
          <a:p>
            <a:endParaRPr lang="en-US" sz="1800" dirty="0"/>
          </a:p>
        </p:txBody>
      </p:sp>
      <p:sp>
        <p:nvSpPr>
          <p:cNvPr id="3110" name="Text Box 7516">
            <a:extLst>
              <a:ext uri="{FF2B5EF4-FFF2-40B4-BE49-F238E27FC236}">
                <a16:creationId xmlns:a16="http://schemas.microsoft.com/office/drawing/2014/main" id="{B8F1073B-C026-7C1B-BA63-E80854E3EEA7}"/>
              </a:ext>
            </a:extLst>
          </p:cNvPr>
          <p:cNvSpPr txBox="1">
            <a:spLocks noChangeArrowheads="1"/>
          </p:cNvSpPr>
          <p:nvPr/>
        </p:nvSpPr>
        <p:spPr bwMode="auto">
          <a:xfrm>
            <a:off x="2700338" y="24712613"/>
            <a:ext cx="12965510" cy="311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US" sz="1600" b="1" dirty="0">
                <a:solidFill>
                  <a:srgbClr val="339966"/>
                </a:solidFill>
              </a:rPr>
              <a:t>Wi-Fi Performance Analysis (Wi-Fi 6, 6E, and 7) Instructor: Dr. Abdullah Al-Buali College of Computer Science &amp; IT – King Faisal University</a:t>
            </a:r>
            <a:endParaRPr lang="en-GB" altLang="zh-CN" sz="1500" b="1" dirty="0">
              <a:solidFill>
                <a:srgbClr val="339966"/>
              </a:solidFill>
              <a:ea typeface="宋体" panose="02010600030101010101" pitchFamily="2" charset="-122"/>
            </a:endParaRPr>
          </a:p>
        </p:txBody>
      </p:sp>
      <p:sp>
        <p:nvSpPr>
          <p:cNvPr id="3112" name="Rectangle 7548">
            <a:extLst>
              <a:ext uri="{FF2B5EF4-FFF2-40B4-BE49-F238E27FC236}">
                <a16:creationId xmlns:a16="http://schemas.microsoft.com/office/drawing/2014/main" id="{4A961F64-0AA0-965E-886A-AC8280E64970}"/>
              </a:ext>
            </a:extLst>
          </p:cNvPr>
          <p:cNvSpPr>
            <a:spLocks noChangeArrowheads="1"/>
          </p:cNvSpPr>
          <p:nvPr/>
        </p:nvSpPr>
        <p:spPr bwMode="auto">
          <a:xfrm>
            <a:off x="455613" y="215582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3" name="Rectangle 7549">
            <a:extLst>
              <a:ext uri="{FF2B5EF4-FFF2-40B4-BE49-F238E27FC236}">
                <a16:creationId xmlns:a16="http://schemas.microsoft.com/office/drawing/2014/main" id="{835CB66B-D43C-724F-07BB-6347AFBDB1C2}"/>
              </a:ext>
            </a:extLst>
          </p:cNvPr>
          <p:cNvSpPr>
            <a:spLocks noChangeArrowheads="1"/>
          </p:cNvSpPr>
          <p:nvPr/>
        </p:nvSpPr>
        <p:spPr bwMode="auto">
          <a:xfrm>
            <a:off x="452438" y="1317307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4" name="Rectangle 7550">
            <a:extLst>
              <a:ext uri="{FF2B5EF4-FFF2-40B4-BE49-F238E27FC236}">
                <a16:creationId xmlns:a16="http://schemas.microsoft.com/office/drawing/2014/main" id="{8434A4B7-B742-11D9-29F4-F98F033BB406}"/>
              </a:ext>
            </a:extLst>
          </p:cNvPr>
          <p:cNvSpPr>
            <a:spLocks noChangeArrowheads="1"/>
          </p:cNvSpPr>
          <p:nvPr/>
        </p:nvSpPr>
        <p:spPr bwMode="auto">
          <a:xfrm>
            <a:off x="8234363" y="215582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15" name="Rectangle 7551">
            <a:extLst>
              <a:ext uri="{FF2B5EF4-FFF2-40B4-BE49-F238E27FC236}">
                <a16:creationId xmlns:a16="http://schemas.microsoft.com/office/drawing/2014/main" id="{03F54FDA-E256-DF84-EC7A-F1454DC7A1E3}"/>
              </a:ext>
            </a:extLst>
          </p:cNvPr>
          <p:cNvSpPr>
            <a:spLocks noChangeArrowheads="1"/>
          </p:cNvSpPr>
          <p:nvPr/>
        </p:nvSpPr>
        <p:spPr bwMode="auto">
          <a:xfrm>
            <a:off x="8231188" y="13173075"/>
            <a:ext cx="7558087" cy="10796588"/>
          </a:xfrm>
          <a:prstGeom prst="rect">
            <a:avLst/>
          </a:prstGeom>
          <a:noFill/>
          <a:ln w="12700">
            <a:solidFill>
              <a:srgbClr val="C0C0C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7500">
                <a:solidFill>
                  <a:schemeClr val="tx1"/>
                </a:solidFill>
                <a:latin typeface="Times New Roman" panose="02020603050405020304" pitchFamily="18" charset="0"/>
              </a:defRPr>
            </a:lvl1pPr>
            <a:lvl2pPr marL="742950" indent="-285750">
              <a:defRPr sz="7500">
                <a:solidFill>
                  <a:schemeClr val="tx1"/>
                </a:solidFill>
                <a:latin typeface="Times New Roman" panose="02020603050405020304" pitchFamily="18" charset="0"/>
              </a:defRPr>
            </a:lvl2pPr>
            <a:lvl3pPr marL="1143000" indent="-228600">
              <a:defRPr sz="7500">
                <a:solidFill>
                  <a:schemeClr val="tx1"/>
                </a:solidFill>
                <a:latin typeface="Times New Roman" panose="02020603050405020304" pitchFamily="18" charset="0"/>
              </a:defRPr>
            </a:lvl3pPr>
            <a:lvl4pPr marL="1600200" indent="-228600">
              <a:defRPr sz="7500">
                <a:solidFill>
                  <a:schemeClr val="tx1"/>
                </a:solidFill>
                <a:latin typeface="Times New Roman" panose="02020603050405020304" pitchFamily="18" charset="0"/>
              </a:defRPr>
            </a:lvl4pPr>
            <a:lvl5pPr marL="2057400" indent="-228600">
              <a:defRPr sz="7500">
                <a:solidFill>
                  <a:schemeClr val="tx1"/>
                </a:solidFill>
                <a:latin typeface="Times New Roman" panose="02020603050405020304" pitchFamily="18" charset="0"/>
              </a:defRPr>
            </a:lvl5pPr>
            <a:lvl6pPr marL="2514600" indent="-228600"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eaLnBrk="0" fontAlgn="base" hangingPunct="0">
              <a:spcBef>
                <a:spcPct val="0"/>
              </a:spcBef>
              <a:spcAft>
                <a:spcPct val="0"/>
              </a:spcAft>
              <a:defRPr sz="75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pic>
        <p:nvPicPr>
          <p:cNvPr id="3116" name="Picture 7553" descr="IEEE LOG">
            <a:extLst>
              <a:ext uri="{FF2B5EF4-FFF2-40B4-BE49-F238E27FC236}">
                <a16:creationId xmlns:a16="http://schemas.microsoft.com/office/drawing/2014/main" id="{E32B6543-433F-4CED-850F-9474D4E73ED2}"/>
              </a:ext>
            </a:extLst>
          </p:cNvPr>
          <p:cNvPicPr>
            <a:picLocks noChangeAspect="1" noChangeArrowheads="1"/>
          </p:cNvPicPr>
          <p:nvPr/>
        </p:nvPicPr>
        <p:blipFill>
          <a:blip r:embed="rId2">
            <a:clrChange>
              <a:clrFrom>
                <a:srgbClr val="F6FFEF"/>
              </a:clrFrom>
              <a:clrTo>
                <a:srgbClr val="F6FFEF">
                  <a:alpha val="0"/>
                </a:srgbClr>
              </a:clrTo>
            </a:clrChange>
            <a:extLst>
              <a:ext uri="{28A0092B-C50C-407E-A947-70E740481C1C}">
                <a14:useLocalDpi xmlns:a14="http://schemas.microsoft.com/office/drawing/2010/main" val="0"/>
              </a:ext>
            </a:extLst>
          </a:blip>
          <a:srcRect/>
          <a:stretch>
            <a:fillRect/>
          </a:stretch>
        </p:blipFill>
        <p:spPr bwMode="auto">
          <a:xfrm>
            <a:off x="452438" y="24403050"/>
            <a:ext cx="196056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20" name="Text Box 7573">
            <a:extLst>
              <a:ext uri="{FF2B5EF4-FFF2-40B4-BE49-F238E27FC236}">
                <a16:creationId xmlns:a16="http://schemas.microsoft.com/office/drawing/2014/main" id="{447BFBE4-C257-F8A1-A824-F952D653380E}"/>
              </a:ext>
            </a:extLst>
          </p:cNvPr>
          <p:cNvSpPr txBox="1">
            <a:spLocks noChangeArrowheads="1"/>
          </p:cNvSpPr>
          <p:nvPr/>
        </p:nvSpPr>
        <p:spPr bwMode="auto">
          <a:xfrm>
            <a:off x="483791" y="10746068"/>
            <a:ext cx="7469187" cy="2181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5084" tIns="32542" rIns="65084" bIns="32542">
            <a:spAutoFit/>
          </a:bodyPr>
          <a:lstStyle>
            <a:lvl1pPr defTabSz="650875">
              <a:defRPr sz="7500">
                <a:solidFill>
                  <a:schemeClr val="tx1"/>
                </a:solidFill>
                <a:latin typeface="Times New Roman" panose="02020603050405020304" pitchFamily="18" charset="0"/>
              </a:defRPr>
            </a:lvl1pPr>
            <a:lvl2pPr marL="742950" indent="-285750" defTabSz="650875">
              <a:defRPr sz="7500">
                <a:solidFill>
                  <a:schemeClr val="tx1"/>
                </a:solidFill>
                <a:latin typeface="Times New Roman" panose="02020603050405020304" pitchFamily="18" charset="0"/>
              </a:defRPr>
            </a:lvl2pPr>
            <a:lvl3pPr marL="1143000" indent="-228600" defTabSz="650875">
              <a:defRPr sz="7500">
                <a:solidFill>
                  <a:schemeClr val="tx1"/>
                </a:solidFill>
                <a:latin typeface="Times New Roman" panose="02020603050405020304" pitchFamily="18" charset="0"/>
              </a:defRPr>
            </a:lvl3pPr>
            <a:lvl4pPr marL="1600200" indent="-228600" defTabSz="650875">
              <a:defRPr sz="7500">
                <a:solidFill>
                  <a:schemeClr val="tx1"/>
                </a:solidFill>
                <a:latin typeface="Times New Roman" panose="02020603050405020304" pitchFamily="18" charset="0"/>
              </a:defRPr>
            </a:lvl4pPr>
            <a:lvl5pPr marL="2057400" indent="-228600" defTabSz="650875">
              <a:defRPr sz="7500">
                <a:solidFill>
                  <a:schemeClr val="tx1"/>
                </a:solidFill>
                <a:latin typeface="Times New Roman" panose="02020603050405020304" pitchFamily="18" charset="0"/>
              </a:defRPr>
            </a:lvl5pPr>
            <a:lvl6pPr marL="2514600" indent="-228600" defTabSz="650875" eaLnBrk="0" fontAlgn="base" hangingPunct="0">
              <a:spcBef>
                <a:spcPct val="0"/>
              </a:spcBef>
              <a:spcAft>
                <a:spcPct val="0"/>
              </a:spcAft>
              <a:defRPr sz="7500">
                <a:solidFill>
                  <a:schemeClr val="tx1"/>
                </a:solidFill>
                <a:latin typeface="Times New Roman" panose="02020603050405020304" pitchFamily="18" charset="0"/>
              </a:defRPr>
            </a:lvl6pPr>
            <a:lvl7pPr marL="2971800" indent="-228600" defTabSz="650875" eaLnBrk="0" fontAlgn="base" hangingPunct="0">
              <a:spcBef>
                <a:spcPct val="0"/>
              </a:spcBef>
              <a:spcAft>
                <a:spcPct val="0"/>
              </a:spcAft>
              <a:defRPr sz="7500">
                <a:solidFill>
                  <a:schemeClr val="tx1"/>
                </a:solidFill>
                <a:latin typeface="Times New Roman" panose="02020603050405020304" pitchFamily="18" charset="0"/>
              </a:defRPr>
            </a:lvl7pPr>
            <a:lvl8pPr marL="3429000" indent="-228600" defTabSz="650875" eaLnBrk="0" fontAlgn="base" hangingPunct="0">
              <a:spcBef>
                <a:spcPct val="0"/>
              </a:spcBef>
              <a:spcAft>
                <a:spcPct val="0"/>
              </a:spcAft>
              <a:defRPr sz="7500">
                <a:solidFill>
                  <a:schemeClr val="tx1"/>
                </a:solidFill>
                <a:latin typeface="Times New Roman" panose="02020603050405020304" pitchFamily="18" charset="0"/>
              </a:defRPr>
            </a:lvl8pPr>
            <a:lvl9pPr marL="3886200" indent="-228600" defTabSz="650875" eaLnBrk="0" fontAlgn="base" hangingPunct="0">
              <a:spcBef>
                <a:spcPct val="0"/>
              </a:spcBef>
              <a:spcAft>
                <a:spcPct val="0"/>
              </a:spcAft>
              <a:defRPr sz="7500">
                <a:solidFill>
                  <a:schemeClr val="tx1"/>
                </a:solidFill>
                <a:latin typeface="Times New Roman" panose="02020603050405020304" pitchFamily="18" charset="0"/>
              </a:defRPr>
            </a:lvl9pPr>
          </a:lstStyle>
          <a:p>
            <a:pPr>
              <a:spcBef>
                <a:spcPts val="425"/>
              </a:spcBef>
              <a:spcAft>
                <a:spcPts val="850"/>
              </a:spcAft>
            </a:pPr>
            <a:r>
              <a:rPr lang="en-GB" altLang="zh-CN" sz="2200" b="1" dirty="0">
                <a:solidFill>
                  <a:srgbClr val="339966"/>
                </a:solidFill>
                <a:ea typeface="宋体" panose="02010600030101010101" pitchFamily="2" charset="-122"/>
              </a:rPr>
              <a:t>II. Principle</a:t>
            </a:r>
          </a:p>
          <a:p>
            <a:r>
              <a:rPr lang="en-US" sz="1800" dirty="0"/>
              <a:t>The basic principle of this work is to compare the performance of different </a:t>
            </a:r>
          </a:p>
          <a:p>
            <a:r>
              <a:rPr lang="en-US" sz="1800" dirty="0"/>
              <a:t>Wi-Fi generations in a smart campus environment. The study evaluates how Wi-Fi 6, Wi-Fi 6E, and Wi-Fi 7 handle increasing numbers of users by analyzing key performance metrics such as throughput, latency, and jitter. MATLAB-based simulations are used to observe performance trends and identify the most suitable Wi-Fi technology for high-density campus networks.</a:t>
            </a:r>
            <a:endParaRPr lang="en-GB" altLang="zh-CN" sz="1700" dirty="0">
              <a:solidFill>
                <a:srgbClr val="339966"/>
              </a:solidFill>
              <a:ea typeface="宋体" panose="02010600030101010101" pitchFamily="2" charset="-122"/>
            </a:endParaRPr>
          </a:p>
        </p:txBody>
      </p:sp>
      <p:sp>
        <p:nvSpPr>
          <p:cNvPr id="3122" name="Rectangle 7576">
            <a:extLst>
              <a:ext uri="{FF2B5EF4-FFF2-40B4-BE49-F238E27FC236}">
                <a16:creationId xmlns:a16="http://schemas.microsoft.com/office/drawing/2014/main" id="{D5927D3B-7EDF-C842-AC5B-4348CC61A7C3}"/>
              </a:ext>
            </a:extLst>
          </p:cNvPr>
          <p:cNvSpPr>
            <a:spLocks noChangeArrowheads="1"/>
          </p:cNvSpPr>
          <p:nvPr/>
        </p:nvSpPr>
        <p:spPr bwMode="auto">
          <a:xfrm>
            <a:off x="9929813" y="19494500"/>
            <a:ext cx="45085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4407" tIns="31638" rIns="64407" bIns="31638" anchor="b"/>
          <a:lstStyle>
            <a:lvl1pPr defTabSz="2224088">
              <a:spcBef>
                <a:spcPct val="20000"/>
              </a:spcBef>
              <a:buChar char="•"/>
              <a:defRPr sz="7800">
                <a:solidFill>
                  <a:schemeClr val="tx1"/>
                </a:solidFill>
                <a:latin typeface="Times New Roman" panose="02020603050405020304" pitchFamily="18" charset="0"/>
              </a:defRPr>
            </a:lvl1pPr>
            <a:lvl2pPr marL="742950" indent="-285750" defTabSz="2224088">
              <a:spcBef>
                <a:spcPct val="20000"/>
              </a:spcBef>
              <a:buChar char="–"/>
              <a:defRPr sz="6800">
                <a:solidFill>
                  <a:schemeClr val="tx1"/>
                </a:solidFill>
                <a:latin typeface="Times New Roman" panose="02020603050405020304" pitchFamily="18" charset="0"/>
              </a:defRPr>
            </a:lvl2pPr>
            <a:lvl3pPr marL="1143000" indent="-228600" defTabSz="2224088">
              <a:spcBef>
                <a:spcPct val="20000"/>
              </a:spcBef>
              <a:buChar char="•"/>
              <a:defRPr sz="5900">
                <a:solidFill>
                  <a:schemeClr val="tx1"/>
                </a:solidFill>
                <a:latin typeface="Times New Roman" panose="02020603050405020304" pitchFamily="18" charset="0"/>
              </a:defRPr>
            </a:lvl3pPr>
            <a:lvl4pPr marL="1600200" indent="-228600" defTabSz="2224088">
              <a:spcBef>
                <a:spcPct val="20000"/>
              </a:spcBef>
              <a:buChar char="–"/>
              <a:defRPr sz="4900">
                <a:solidFill>
                  <a:schemeClr val="tx1"/>
                </a:solidFill>
                <a:latin typeface="Times New Roman" panose="02020603050405020304" pitchFamily="18" charset="0"/>
              </a:defRPr>
            </a:lvl4pPr>
            <a:lvl5pPr marL="2057400" indent="-228600" defTabSz="2224088">
              <a:spcBef>
                <a:spcPct val="20000"/>
              </a:spcBef>
              <a:buChar char="»"/>
              <a:defRPr sz="4900">
                <a:solidFill>
                  <a:schemeClr val="tx1"/>
                </a:solidFill>
                <a:latin typeface="Times New Roman" panose="02020603050405020304" pitchFamily="18" charset="0"/>
              </a:defRPr>
            </a:lvl5pPr>
            <a:lvl6pPr marL="25146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6pPr>
            <a:lvl7pPr marL="29718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7pPr>
            <a:lvl8pPr marL="34290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8pPr>
            <a:lvl9pPr marL="3886200" indent="-228600" defTabSz="2224088" eaLnBrk="0" fontAlgn="base" hangingPunct="0">
              <a:spcBef>
                <a:spcPct val="20000"/>
              </a:spcBef>
              <a:spcAft>
                <a:spcPct val="0"/>
              </a:spcAft>
              <a:buChar char="»"/>
              <a:defRPr sz="4900">
                <a:solidFill>
                  <a:schemeClr val="tx1"/>
                </a:solidFill>
                <a:latin typeface="Times New Roman" panose="02020603050405020304" pitchFamily="18" charset="0"/>
              </a:defRPr>
            </a:lvl9pPr>
          </a:lstStyle>
          <a:p>
            <a:pPr algn="ctr">
              <a:spcBef>
                <a:spcPct val="0"/>
              </a:spcBef>
              <a:buFontTx/>
              <a:buNone/>
            </a:pPr>
            <a:r>
              <a:rPr lang="en-GB" altLang="zh-CN" sz="1600" dirty="0">
                <a:solidFill>
                  <a:srgbClr val="339966"/>
                </a:solidFill>
                <a:ea typeface="宋体" panose="02010600030101010101" pitchFamily="2" charset="-122"/>
              </a:rPr>
              <a:t>Fig. </a:t>
            </a:r>
            <a:endParaRPr lang="en-US" altLang="zh-CN" sz="1600" dirty="0">
              <a:solidFill>
                <a:srgbClr val="339966"/>
              </a:solidFill>
              <a:ea typeface="宋体" panose="02010600030101010101" pitchFamily="2" charset="-122"/>
            </a:endParaRPr>
          </a:p>
        </p:txBody>
      </p:sp>
      <p:pic>
        <p:nvPicPr>
          <p:cNvPr id="21" name="Picture 20">
            <a:extLst>
              <a:ext uri="{FF2B5EF4-FFF2-40B4-BE49-F238E27FC236}">
                <a16:creationId xmlns:a16="http://schemas.microsoft.com/office/drawing/2014/main" id="{B4394927-F8F2-0CA9-F824-3202A6BD53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378" y="13206093"/>
            <a:ext cx="7467600" cy="3726180"/>
          </a:xfrm>
          <a:prstGeom prst="rect">
            <a:avLst/>
          </a:prstGeom>
        </p:spPr>
      </p:pic>
      <p:pic>
        <p:nvPicPr>
          <p:cNvPr id="32" name="Picture 31">
            <a:extLst>
              <a:ext uri="{FF2B5EF4-FFF2-40B4-BE49-F238E27FC236}">
                <a16:creationId xmlns:a16="http://schemas.microsoft.com/office/drawing/2014/main" id="{7027A536-5CD6-E28C-FEFE-6E632AA028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8038" y="6406082"/>
            <a:ext cx="5832649" cy="5421851"/>
          </a:xfrm>
          <a:prstGeom prst="rect">
            <a:avLst/>
          </a:prstGeom>
        </p:spPr>
      </p:pic>
      <p:pic>
        <p:nvPicPr>
          <p:cNvPr id="34" name="Picture 33">
            <a:extLst>
              <a:ext uri="{FF2B5EF4-FFF2-40B4-BE49-F238E27FC236}">
                <a16:creationId xmlns:a16="http://schemas.microsoft.com/office/drawing/2014/main" id="{597FDB86-E620-35FA-A7A3-2BC2C92059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54885" y="16976086"/>
            <a:ext cx="3853483" cy="3759672"/>
          </a:xfrm>
          <a:prstGeom prst="rect">
            <a:avLst/>
          </a:prstGeom>
        </p:spPr>
      </p:pic>
      <p:pic>
        <p:nvPicPr>
          <p:cNvPr id="36" name="Picture 35">
            <a:extLst>
              <a:ext uri="{FF2B5EF4-FFF2-40B4-BE49-F238E27FC236}">
                <a16:creationId xmlns:a16="http://schemas.microsoft.com/office/drawing/2014/main" id="{0865CCC0-4BC0-89E7-4416-CF1EB53E9C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53823" y="16976086"/>
            <a:ext cx="3322059" cy="3730499"/>
          </a:xfrm>
          <a:prstGeom prst="rect">
            <a:avLst/>
          </a:prstGeom>
        </p:spPr>
      </p:pic>
      <p:pic>
        <p:nvPicPr>
          <p:cNvPr id="40" name="Picture 39">
            <a:extLst>
              <a:ext uri="{FF2B5EF4-FFF2-40B4-BE49-F238E27FC236}">
                <a16:creationId xmlns:a16="http://schemas.microsoft.com/office/drawing/2014/main" id="{123F0CF5-CAB2-D396-F682-6FBE293FBA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220283" y="20910335"/>
            <a:ext cx="1529304" cy="1529304"/>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650875" rtl="0" eaLnBrk="0" fontAlgn="base" latinLnBrk="0" hangingPunct="0">
          <a:lnSpc>
            <a:spcPct val="100000"/>
          </a:lnSpc>
          <a:spcBef>
            <a:spcPct val="0"/>
          </a:spcBef>
          <a:spcAft>
            <a:spcPct val="0"/>
          </a:spcAft>
          <a:buClrTx/>
          <a:buSzTx/>
          <a:buFontTx/>
          <a:buNone/>
          <a:tabLst/>
          <a:defRPr kumimoji="0" lang="en-GB" sz="75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650875" rtl="0" eaLnBrk="0" fontAlgn="base" latinLnBrk="0" hangingPunct="0">
          <a:lnSpc>
            <a:spcPct val="100000"/>
          </a:lnSpc>
          <a:spcBef>
            <a:spcPct val="0"/>
          </a:spcBef>
          <a:spcAft>
            <a:spcPct val="0"/>
          </a:spcAft>
          <a:buClrTx/>
          <a:buSzTx/>
          <a:buFontTx/>
          <a:buNone/>
          <a:tabLst/>
          <a:defRPr kumimoji="0" lang="en-GB" sz="75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858bf0e-0faa-4995-9a1d-831a97e4e14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8192685740CBE449E408889FDD4E09E" ma:contentTypeVersion="6" ma:contentTypeDescription="Create a new document." ma:contentTypeScope="" ma:versionID="e325eaa3bfe4c316a02ee8d3ecef6ba7">
  <xsd:schema xmlns:xsd="http://www.w3.org/2001/XMLSchema" xmlns:xs="http://www.w3.org/2001/XMLSchema" xmlns:p="http://schemas.microsoft.com/office/2006/metadata/properties" xmlns:ns3="a858bf0e-0faa-4995-9a1d-831a97e4e145" targetNamespace="http://schemas.microsoft.com/office/2006/metadata/properties" ma:root="true" ma:fieldsID="06dac63f03082135bd0736e6a63d23de" ns3:_="">
    <xsd:import namespace="a858bf0e-0faa-4995-9a1d-831a97e4e145"/>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58bf0e-0faa-4995-9a1d-831a97e4e1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8F4EEE-8EB3-48DD-A3C6-DEC40043852D}">
  <ds:schemaRefs>
    <ds:schemaRef ds:uri="http://schemas.microsoft.com/office/2006/documentManagement/types"/>
    <ds:schemaRef ds:uri="http://purl.org/dc/elements/1.1/"/>
    <ds:schemaRef ds:uri="http://purl.org/dc/term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a858bf0e-0faa-4995-9a1d-831a97e4e145"/>
    <ds:schemaRef ds:uri="http://purl.org/dc/dcmitype/"/>
  </ds:schemaRefs>
</ds:datastoreItem>
</file>

<file path=customXml/itemProps2.xml><?xml version="1.0" encoding="utf-8"?>
<ds:datastoreItem xmlns:ds="http://schemas.openxmlformats.org/officeDocument/2006/customXml" ds:itemID="{224EF449-308A-4455-B2D4-3557754B92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58bf0e-0faa-4995-9a1d-831a97e4e1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B2B34C0-FD37-48BF-83C3-9AF44D4E2A9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3714</TotalTime>
  <Words>829</Words>
  <Application>Microsoft Office PowerPoint</Application>
  <PresentationFormat>Custom</PresentationFormat>
  <Paragraphs>68</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宋体</vt:lpstr>
      <vt:lpstr>Times New Roman</vt:lpstr>
      <vt:lpstr>Default Design</vt:lpstr>
      <vt:lpstr>Comparative Analysis of Wi-Fi 6, 6E, and 7 in Smart Campus Networks</vt:lpstr>
    </vt:vector>
  </TitlesOfParts>
  <Company>IMMPETUS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TEMPLATE</dc:title>
  <dc:creator>ASEMD13</dc:creator>
  <cp:lastModifiedBy>بدر احمد بدر المقيط</cp:lastModifiedBy>
  <cp:revision>243</cp:revision>
  <cp:lastPrinted>2000-05-22T15:29:58Z</cp:lastPrinted>
  <dcterms:created xsi:type="dcterms:W3CDTF">2000-03-21T10:33:07Z</dcterms:created>
  <dcterms:modified xsi:type="dcterms:W3CDTF">2025-12-24T16:31:36Z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0x010100B8192685740CBE449E408889FDD4E09E</vt:lpwstr>
  </property>
</Properties>
</file>